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12" r:id="rId4"/>
    <p:sldMasterId id="214748371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5143500" cx="9144000"/>
  <p:notesSz cx="6858000" cy="9144000"/>
  <p:embeddedFontLst>
    <p:embeddedFont>
      <p:font typeface="Raleway"/>
      <p:regular r:id="rId16"/>
      <p:bold r:id="rId17"/>
      <p:italic r:id="rId18"/>
      <p:boldItalic r:id="rId19"/>
    </p:embeddedFont>
    <p:embeddedFont>
      <p:font typeface="Newsreader"/>
      <p:regular r:id="rId20"/>
      <p:bold r:id="rId21"/>
      <p:italic r:id="rId22"/>
      <p:boldItalic r:id="rId23"/>
    </p:embeddedFont>
    <p:embeddedFont>
      <p:font typeface="DM Sans Light"/>
      <p:regular r:id="rId24"/>
      <p:bold r:id="rId25"/>
      <p:italic r:id="rId26"/>
      <p:boldItalic r:id="rId27"/>
    </p:embeddedFont>
    <p:embeddedFont>
      <p:font typeface="DM Sans SemiBold"/>
      <p:regular r:id="rId28"/>
      <p:bold r:id="rId29"/>
      <p:italic r:id="rId30"/>
      <p:boldItalic r:id="rId31"/>
    </p:embeddedFont>
    <p:embeddedFont>
      <p:font typeface="DM Sans"/>
      <p:regular r:id="rId32"/>
      <p:bold r:id="rId33"/>
      <p:italic r:id="rId34"/>
      <p:boldItalic r:id="rId35"/>
    </p:embeddedFont>
    <p:embeddedFont>
      <p:font typeface="Newsreader SemiBold"/>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DMSansSemiBold-boldItalic.fntdata"/><Relationship Id="rId30" Type="http://schemas.openxmlformats.org/officeDocument/2006/relationships/font" Target="fonts/DMSansSemiBold-italic.fntdata"/><Relationship Id="rId33" Type="http://schemas.openxmlformats.org/officeDocument/2006/relationships/font" Target="fonts/DMSans-bold.fntdata"/><Relationship Id="rId32" Type="http://schemas.openxmlformats.org/officeDocument/2006/relationships/font" Target="fonts/DMSans-regular.fntdata"/><Relationship Id="rId35" Type="http://schemas.openxmlformats.org/officeDocument/2006/relationships/font" Target="fonts/DMSans-boldItalic.fntdata"/><Relationship Id="rId34" Type="http://schemas.openxmlformats.org/officeDocument/2006/relationships/font" Target="fonts/DMSans-italic.fntdata"/><Relationship Id="rId37" Type="http://schemas.openxmlformats.org/officeDocument/2006/relationships/font" Target="fonts/NewsreaderSemiBold-bold.fntdata"/><Relationship Id="rId36" Type="http://schemas.openxmlformats.org/officeDocument/2006/relationships/font" Target="fonts/NewsreaderSemiBold-regular.fntdata"/><Relationship Id="rId39" Type="http://schemas.openxmlformats.org/officeDocument/2006/relationships/font" Target="fonts/NewsreaderSemiBold-boldItalic.fntdata"/><Relationship Id="rId38" Type="http://schemas.openxmlformats.org/officeDocument/2006/relationships/font" Target="fonts/NewsreaderSemiBold-italic.fntdata"/><Relationship Id="rId20" Type="http://schemas.openxmlformats.org/officeDocument/2006/relationships/font" Target="fonts/Newsreader-regular.fntdata"/><Relationship Id="rId22" Type="http://schemas.openxmlformats.org/officeDocument/2006/relationships/font" Target="fonts/Newsreader-italic.fntdata"/><Relationship Id="rId21" Type="http://schemas.openxmlformats.org/officeDocument/2006/relationships/font" Target="fonts/Newsreader-bold.fntdata"/><Relationship Id="rId24" Type="http://schemas.openxmlformats.org/officeDocument/2006/relationships/font" Target="fonts/DMSansLight-regular.fntdata"/><Relationship Id="rId23" Type="http://schemas.openxmlformats.org/officeDocument/2006/relationships/font" Target="fonts/Newsreader-boldItalic.fntdata"/><Relationship Id="rId26" Type="http://schemas.openxmlformats.org/officeDocument/2006/relationships/font" Target="fonts/DMSansLight-italic.fntdata"/><Relationship Id="rId25" Type="http://schemas.openxmlformats.org/officeDocument/2006/relationships/font" Target="fonts/DMSansLight-bold.fntdata"/><Relationship Id="rId28" Type="http://schemas.openxmlformats.org/officeDocument/2006/relationships/font" Target="fonts/DMSansSemiBold-regular.fntdata"/><Relationship Id="rId27" Type="http://schemas.openxmlformats.org/officeDocument/2006/relationships/font" Target="fonts/DMSansLight-boldItalic.fntdata"/><Relationship Id="rId29" Type="http://schemas.openxmlformats.org/officeDocument/2006/relationships/font" Target="fonts/DMSansSemiBold-bold.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Raleway-bold.fntdata"/><Relationship Id="rId16" Type="http://schemas.openxmlformats.org/officeDocument/2006/relationships/font" Target="fonts/Raleway-regular.fntdata"/><Relationship Id="rId19" Type="http://schemas.openxmlformats.org/officeDocument/2006/relationships/font" Target="fonts/Raleway-boldItalic.fntdata"/><Relationship Id="rId18" Type="http://schemas.openxmlformats.org/officeDocument/2006/relationships/font" Target="fonts/Raleway-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954dff04dc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3954dff04dc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c947fcf892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3c947fcf892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3954dff04dc_1_6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3954dff04dc_1_6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3954dff04dc_1_1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3954dff04dc_1_1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954dff04dc_1_1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3954dff04dc_1_1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3954dff04dc_1_1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3954dff04dc_1_1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3954dff04dc_1_1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3954dff04dc_1_1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Approving loans should prioritize</a:t>
            </a:r>
            <a:r>
              <a:rPr lang="en">
                <a:solidFill>
                  <a:schemeClr val="dk1"/>
                </a:solidFill>
              </a:rPr>
              <a:t> financial stability indicators </a:t>
            </a:r>
            <a:r>
              <a:rPr lang="en">
                <a:solidFill>
                  <a:schemeClr val="dk1"/>
                </a:solidFill>
              </a:rPr>
              <a:t>rather than requested loan amount. Applicants with unstable employment or high refusal history may require:</a:t>
            </a:r>
            <a:br>
              <a:rPr lang="en">
                <a:solidFill>
                  <a:schemeClr val="dk1"/>
                </a:solidFill>
              </a:rPr>
            </a:br>
            <a:r>
              <a:rPr lang="en">
                <a:solidFill>
                  <a:schemeClr val="dk1"/>
                </a:solidFill>
              </a:rPr>
              <a:t>- Smaller loan amounts</a:t>
            </a:r>
            <a:br>
              <a:rPr lang="en">
                <a:solidFill>
                  <a:schemeClr val="dk1"/>
                </a:solidFill>
              </a:rPr>
            </a:br>
            <a:r>
              <a:rPr lang="en">
                <a:solidFill>
                  <a:schemeClr val="dk1"/>
                </a:solidFill>
              </a:rPr>
              <a:t>- Higher interest rates</a:t>
            </a:r>
            <a:br>
              <a:rPr lang="en">
                <a:solidFill>
                  <a:schemeClr val="dk1"/>
                </a:solidFill>
              </a:rPr>
            </a:br>
            <a:r>
              <a:rPr lang="en">
                <a:solidFill>
                  <a:schemeClr val="dk1"/>
                </a:solidFill>
              </a:rPr>
              <a:t>- Additional verification</a:t>
            </a:r>
            <a:br>
              <a:rPr lang="en">
                <a:solidFill>
                  <a:schemeClr val="dk1"/>
                </a:solidFill>
              </a:rPr>
            </a:br>
            <a:endParaRPr>
              <a:solidFill>
                <a:schemeClr val="dk1"/>
              </a:solidFill>
            </a:endParaRPr>
          </a:p>
          <a:p>
            <a:pPr indent="0" lvl="0" marL="0" rtl="0" algn="l">
              <a:lnSpc>
                <a:spcPct val="115000"/>
              </a:lnSpc>
              <a:spcBef>
                <a:spcPts val="0"/>
              </a:spcBef>
              <a:spcAft>
                <a:spcPts val="0"/>
              </a:spcAft>
              <a:buNone/>
            </a:pPr>
            <a:r>
              <a:rPr lang="en">
                <a:solidFill>
                  <a:schemeClr val="dk1"/>
                </a:solidFill>
              </a:rPr>
              <a:t>Stable applicants should be approved efficiently to avoid loss of profitable customers.</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1200"/>
              </a:spcBef>
              <a:spcAft>
                <a:spcPts val="0"/>
              </a:spcAft>
              <a:buNone/>
            </a:pPr>
            <a:r>
              <a:rPr lang="en" u="sng">
                <a:solidFill>
                  <a:schemeClr val="dk1"/>
                </a:solidFill>
              </a:rPr>
              <a:t>Main Findings from EDA</a:t>
            </a:r>
            <a:endParaRPr u="sng">
              <a:solidFill>
                <a:schemeClr val="dk1"/>
              </a:solidFill>
            </a:endParaRPr>
          </a:p>
          <a:p>
            <a:pPr indent="0" lvl="0" marL="0" rtl="0" algn="l">
              <a:lnSpc>
                <a:spcPct val="115000"/>
              </a:lnSpc>
              <a:spcBef>
                <a:spcPts val="1200"/>
              </a:spcBef>
              <a:spcAft>
                <a:spcPts val="0"/>
              </a:spcAft>
              <a:buNone/>
            </a:pPr>
            <a:r>
              <a:rPr lang="en">
                <a:solidFill>
                  <a:schemeClr val="dk1"/>
                </a:solidFill>
              </a:rPr>
              <a:t>Default risk is primarily driven by borrower stability, not loan size or income level. Strong predictors of default include:</a:t>
            </a:r>
            <a:br>
              <a:rPr lang="en">
                <a:solidFill>
                  <a:schemeClr val="dk1"/>
                </a:solidFill>
              </a:rPr>
            </a:br>
            <a:r>
              <a:rPr lang="en">
                <a:solidFill>
                  <a:schemeClr val="dk1"/>
                </a:solidFill>
              </a:rPr>
              <a:t>- Short employment history</a:t>
            </a:r>
            <a:br>
              <a:rPr lang="en">
                <a:solidFill>
                  <a:schemeClr val="dk1"/>
                </a:solidFill>
              </a:rPr>
            </a:br>
            <a:r>
              <a:rPr lang="en">
                <a:solidFill>
                  <a:schemeClr val="dk1"/>
                </a:solidFill>
              </a:rPr>
              <a:t>- Younger age</a:t>
            </a:r>
            <a:br>
              <a:rPr lang="en">
                <a:solidFill>
                  <a:schemeClr val="dk1"/>
                </a:solidFill>
              </a:rPr>
            </a:br>
            <a:r>
              <a:rPr lang="en">
                <a:solidFill>
                  <a:schemeClr val="dk1"/>
                </a:solidFill>
              </a:rPr>
              <a:t>- Lower education level</a:t>
            </a:r>
            <a:br>
              <a:rPr lang="en">
                <a:solidFill>
                  <a:schemeClr val="dk1"/>
                </a:solidFill>
              </a:rPr>
            </a:br>
            <a:r>
              <a:rPr lang="en">
                <a:solidFill>
                  <a:schemeClr val="dk1"/>
                </a:solidFill>
              </a:rPr>
              <a:t>- Unstable income sources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Behavioral history (previous refusals) provides the strongest signal of repayment difficulty.</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954dff04dc_1_1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3954dff04dc_1_1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Overall, the analysis shows that loan default is less related to how much customers borrow and more related to financial and behavioral stability. Variables such as employment length, education, income stability, and especially previous refusal history emerge as the strongest predictors of repayment difficulty. These insights allow the company to reduce financial risk while still approving creditworthy applicants, supporting smarter and more balanced lending decisions.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3954dff04dc_1_7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g3954dff04dc_1_7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485875" y="264475"/>
            <a:ext cx="8183700" cy="14736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2" name="Google Shape;12;p2"/>
          <p:cNvSpPr txBox="1"/>
          <p:nvPr>
            <p:ph idx="1" type="subTitle"/>
          </p:nvPr>
        </p:nvSpPr>
        <p:spPr>
          <a:xfrm>
            <a:off x="485875" y="1738075"/>
            <a:ext cx="8183700" cy="861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txBox="1"/>
          <p:nvPr>
            <p:ph type="title"/>
          </p:nvPr>
        </p:nvSpPr>
        <p:spPr>
          <a:xfrm>
            <a:off x="485875" y="1714500"/>
            <a:ext cx="8183700" cy="785700"/>
          </a:xfrm>
          <a:prstGeom prst="rect">
            <a:avLst/>
          </a:prstGeom>
        </p:spPr>
        <p:txBody>
          <a:bodyPr anchorCtr="0" anchor="b"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7" name="Google Shape;17;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0" name="Google Shape;20;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4" name="Google Shape;24;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9" name="Google Shape;29;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2" name="Google Shape;32;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2"/>
        </a:solidFill>
      </p:bgPr>
    </p:bg>
    <p:spTree>
      <p:nvGrpSpPr>
        <p:cNvPr id="34" name="Shape 34"/>
        <p:cNvGrpSpPr/>
        <p:nvPr/>
      </p:nvGrpSpPr>
      <p:grpSpPr>
        <a:xfrm>
          <a:off x="0" y="0"/>
          <a:ext cx="0" cy="0"/>
          <a:chOff x="0" y="0"/>
          <a:chExt cx="0" cy="0"/>
        </a:xfrm>
      </p:grpSpPr>
      <p:sp>
        <p:nvSpPr>
          <p:cNvPr id="35" name="Google Shape;35;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6" name="Google Shape;36;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636800" y="80700"/>
            <a:ext cx="4426500" cy="4982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 name="Google Shape;39;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0" name="Google Shape;40;p9"/>
          <p:cNvSpPr txBox="1"/>
          <p:nvPr>
            <p:ph type="title"/>
          </p:nvPr>
        </p:nvSpPr>
        <p:spPr>
          <a:xfrm>
            <a:off x="265500" y="1181700"/>
            <a:ext cx="4045200" cy="15336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1" name="Google Shape;41;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3" name="Google Shape;43;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6" name="Google Shape;46;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11"/>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11"/>
          <p:cNvSpPr txBox="1"/>
          <p:nvPr>
            <p:ph hasCustomPrompt="1" type="title"/>
          </p:nvPr>
        </p:nvSpPr>
        <p:spPr>
          <a:xfrm>
            <a:off x="311700" y="743001"/>
            <a:ext cx="8520600" cy="200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Font typeface="Source Sans Pro"/>
              <a:buNone/>
              <a:defRPr sz="12000">
                <a:latin typeface="Source Sans Pro"/>
                <a:ea typeface="Source Sans Pro"/>
                <a:cs typeface="Source Sans Pro"/>
                <a:sym typeface="Source Sans Pro"/>
              </a:defRPr>
            </a:lvl1pPr>
            <a:lvl2pPr lvl="1" algn="ctr">
              <a:spcBef>
                <a:spcPts val="0"/>
              </a:spcBef>
              <a:spcAft>
                <a:spcPts val="0"/>
              </a:spcAft>
              <a:buSzPts val="12000"/>
              <a:buFont typeface="Source Sans Pro"/>
              <a:buNone/>
              <a:defRPr sz="12000">
                <a:latin typeface="Source Sans Pro"/>
                <a:ea typeface="Source Sans Pro"/>
                <a:cs typeface="Source Sans Pro"/>
                <a:sym typeface="Source Sans Pro"/>
              </a:defRPr>
            </a:lvl2pPr>
            <a:lvl3pPr lvl="2" algn="ctr">
              <a:spcBef>
                <a:spcPts val="0"/>
              </a:spcBef>
              <a:spcAft>
                <a:spcPts val="0"/>
              </a:spcAft>
              <a:buSzPts val="12000"/>
              <a:buFont typeface="Source Sans Pro"/>
              <a:buNone/>
              <a:defRPr sz="12000">
                <a:latin typeface="Source Sans Pro"/>
                <a:ea typeface="Source Sans Pro"/>
                <a:cs typeface="Source Sans Pro"/>
                <a:sym typeface="Source Sans Pro"/>
              </a:defRPr>
            </a:lvl3pPr>
            <a:lvl4pPr lvl="3" algn="ctr">
              <a:spcBef>
                <a:spcPts val="0"/>
              </a:spcBef>
              <a:spcAft>
                <a:spcPts val="0"/>
              </a:spcAft>
              <a:buSzPts val="12000"/>
              <a:buFont typeface="Source Sans Pro"/>
              <a:buNone/>
              <a:defRPr sz="12000">
                <a:latin typeface="Source Sans Pro"/>
                <a:ea typeface="Source Sans Pro"/>
                <a:cs typeface="Source Sans Pro"/>
                <a:sym typeface="Source Sans Pro"/>
              </a:defRPr>
            </a:lvl4pPr>
            <a:lvl5pPr lvl="4" algn="ctr">
              <a:spcBef>
                <a:spcPts val="0"/>
              </a:spcBef>
              <a:spcAft>
                <a:spcPts val="0"/>
              </a:spcAft>
              <a:buSzPts val="12000"/>
              <a:buFont typeface="Source Sans Pro"/>
              <a:buNone/>
              <a:defRPr sz="12000">
                <a:latin typeface="Source Sans Pro"/>
                <a:ea typeface="Source Sans Pro"/>
                <a:cs typeface="Source Sans Pro"/>
                <a:sym typeface="Source Sans Pro"/>
              </a:defRPr>
            </a:lvl5pPr>
            <a:lvl6pPr lvl="5" algn="ctr">
              <a:spcBef>
                <a:spcPts val="0"/>
              </a:spcBef>
              <a:spcAft>
                <a:spcPts val="0"/>
              </a:spcAft>
              <a:buSzPts val="12000"/>
              <a:buFont typeface="Source Sans Pro"/>
              <a:buNone/>
              <a:defRPr sz="12000">
                <a:latin typeface="Source Sans Pro"/>
                <a:ea typeface="Source Sans Pro"/>
                <a:cs typeface="Source Sans Pro"/>
                <a:sym typeface="Source Sans Pro"/>
              </a:defRPr>
            </a:lvl6pPr>
            <a:lvl7pPr lvl="6" algn="ctr">
              <a:spcBef>
                <a:spcPts val="0"/>
              </a:spcBef>
              <a:spcAft>
                <a:spcPts val="0"/>
              </a:spcAft>
              <a:buSzPts val="12000"/>
              <a:buFont typeface="Source Sans Pro"/>
              <a:buNone/>
              <a:defRPr sz="12000">
                <a:latin typeface="Source Sans Pro"/>
                <a:ea typeface="Source Sans Pro"/>
                <a:cs typeface="Source Sans Pro"/>
                <a:sym typeface="Source Sans Pro"/>
              </a:defRPr>
            </a:lvl7pPr>
            <a:lvl8pPr lvl="7" algn="ctr">
              <a:spcBef>
                <a:spcPts val="0"/>
              </a:spcBef>
              <a:spcAft>
                <a:spcPts val="0"/>
              </a:spcAft>
              <a:buSzPts val="12000"/>
              <a:buFont typeface="Source Sans Pro"/>
              <a:buNone/>
              <a:defRPr sz="12000">
                <a:latin typeface="Source Sans Pro"/>
                <a:ea typeface="Source Sans Pro"/>
                <a:cs typeface="Source Sans Pro"/>
                <a:sym typeface="Source Sans Pro"/>
              </a:defRPr>
            </a:lvl8pPr>
            <a:lvl9pPr lvl="8" algn="ctr">
              <a:spcBef>
                <a:spcPts val="0"/>
              </a:spcBef>
              <a:spcAft>
                <a:spcPts val="0"/>
              </a:spcAft>
              <a:buSzPts val="12000"/>
              <a:buFont typeface="Source Sans Pro"/>
              <a:buNone/>
              <a:defRPr sz="12000">
                <a:latin typeface="Source Sans Pro"/>
                <a:ea typeface="Source Sans Pro"/>
                <a:cs typeface="Source Sans Pro"/>
                <a:sym typeface="Source Sans Pro"/>
              </a:defRPr>
            </a:lvl9pPr>
          </a:lstStyle>
          <a:p>
            <a:r>
              <a:t>xx%</a:t>
            </a:r>
          </a:p>
        </p:txBody>
      </p:sp>
      <p:sp>
        <p:nvSpPr>
          <p:cNvPr id="50" name="Google Shape;50;p11"/>
          <p:cNvSpPr txBox="1"/>
          <p:nvPr>
            <p:ph idx="1" type="body"/>
          </p:nvPr>
        </p:nvSpPr>
        <p:spPr>
          <a:xfrm>
            <a:off x="311700" y="2845182"/>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51" name="Google Shape;51;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only">
  <p:cSld name="BLANK_1_1_1_1">
    <p:spTree>
      <p:nvGrpSpPr>
        <p:cNvPr id="58" name="Shape 58"/>
        <p:cNvGrpSpPr/>
        <p:nvPr/>
      </p:nvGrpSpPr>
      <p:grpSpPr>
        <a:xfrm>
          <a:off x="0" y="0"/>
          <a:ext cx="0" cy="0"/>
          <a:chOff x="0" y="0"/>
          <a:chExt cx="0" cy="0"/>
        </a:xfrm>
      </p:grpSpPr>
      <p:sp>
        <p:nvSpPr>
          <p:cNvPr id="59" name="Google Shape;59;p14"/>
          <p:cNvSpPr txBox="1"/>
          <p:nvPr>
            <p:ph type="title"/>
          </p:nvPr>
        </p:nvSpPr>
        <p:spPr>
          <a:xfrm>
            <a:off x="361975" y="957403"/>
            <a:ext cx="56274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60" name="Google Shape;60;p1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61" name="Google Shape;61;p1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BLANK_1_1_1_1_3">
    <p:spTree>
      <p:nvGrpSpPr>
        <p:cNvPr id="62" name="Shape 62"/>
        <p:cNvGrpSpPr/>
        <p:nvPr/>
      </p:nvGrpSpPr>
      <p:grpSpPr>
        <a:xfrm>
          <a:off x="0" y="0"/>
          <a:ext cx="0" cy="0"/>
          <a:chOff x="0" y="0"/>
          <a:chExt cx="0" cy="0"/>
        </a:xfrm>
      </p:grpSpPr>
      <p:sp>
        <p:nvSpPr>
          <p:cNvPr id="63" name="Google Shape;63;p15"/>
          <p:cNvSpPr txBox="1"/>
          <p:nvPr>
            <p:ph type="title"/>
          </p:nvPr>
        </p:nvSpPr>
        <p:spPr>
          <a:xfrm>
            <a:off x="361975" y="957403"/>
            <a:ext cx="56274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64" name="Google Shape;64;p1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66" name="Google Shape;66;p15"/>
          <p:cNvSpPr txBox="1"/>
          <p:nvPr>
            <p:ph idx="2" type="subTitle"/>
          </p:nvPr>
        </p:nvSpPr>
        <p:spPr>
          <a:xfrm>
            <a:off x="362125"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5"/>
          <p:cNvSpPr txBox="1"/>
          <p:nvPr>
            <p:ph idx="3" type="subTitle"/>
          </p:nvPr>
        </p:nvSpPr>
        <p:spPr>
          <a:xfrm>
            <a:off x="3154650"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15"/>
          <p:cNvSpPr txBox="1"/>
          <p:nvPr>
            <p:ph idx="4" type="subTitle"/>
          </p:nvPr>
        </p:nvSpPr>
        <p:spPr>
          <a:xfrm>
            <a:off x="6216650"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15"/>
          <p:cNvSpPr txBox="1"/>
          <p:nvPr>
            <p:ph idx="5" type="subTitle"/>
          </p:nvPr>
        </p:nvSpPr>
        <p:spPr>
          <a:xfrm>
            <a:off x="362125" y="2206700"/>
            <a:ext cx="2575800" cy="12483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eyebrow ">
  <p:cSld name="BLANK_1_1_1_1_2_1">
    <p:spTree>
      <p:nvGrpSpPr>
        <p:cNvPr id="70" name="Shape 70"/>
        <p:cNvGrpSpPr/>
        <p:nvPr/>
      </p:nvGrpSpPr>
      <p:grpSpPr>
        <a:xfrm>
          <a:off x="0" y="0"/>
          <a:ext cx="0" cy="0"/>
          <a:chOff x="0" y="0"/>
          <a:chExt cx="0" cy="0"/>
        </a:xfrm>
      </p:grpSpPr>
      <p:sp>
        <p:nvSpPr>
          <p:cNvPr id="71" name="Google Shape;71;p1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72" name="Google Shape;72;p16"/>
          <p:cNvSpPr txBox="1"/>
          <p:nvPr>
            <p:ph type="title"/>
          </p:nvPr>
        </p:nvSpPr>
        <p:spPr>
          <a:xfrm>
            <a:off x="361975" y="988557"/>
            <a:ext cx="50184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73" name="Google Shape;73;p16"/>
          <p:cNvSpPr txBox="1"/>
          <p:nvPr>
            <p:ph idx="1"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6"/>
          <p:cNvSpPr txBox="1"/>
          <p:nvPr>
            <p:ph idx="2"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agenda">
  <p:cSld name="BLANK_1_1_1_1_1_1_1_1_1_1_1">
    <p:bg>
      <p:bgPr>
        <a:solidFill>
          <a:schemeClr val="lt1"/>
        </a:solidFill>
      </p:bgPr>
    </p:bg>
    <p:spTree>
      <p:nvGrpSpPr>
        <p:cNvPr id="75" name="Shape 75"/>
        <p:cNvGrpSpPr/>
        <p:nvPr/>
      </p:nvGrpSpPr>
      <p:grpSpPr>
        <a:xfrm>
          <a:off x="0" y="0"/>
          <a:ext cx="0" cy="0"/>
          <a:chOff x="0" y="0"/>
          <a:chExt cx="0" cy="0"/>
        </a:xfrm>
      </p:grpSpPr>
      <p:sp>
        <p:nvSpPr>
          <p:cNvPr id="76" name="Google Shape;76;p17"/>
          <p:cNvSpPr txBox="1"/>
          <p:nvPr>
            <p:ph idx="1" type="subTitle"/>
          </p:nvPr>
        </p:nvSpPr>
        <p:spPr>
          <a:xfrm>
            <a:off x="361975" y="2841984"/>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7" name="Google Shape;77;p17"/>
          <p:cNvSpPr txBox="1"/>
          <p:nvPr>
            <p:ph type="title"/>
          </p:nvPr>
        </p:nvSpPr>
        <p:spPr>
          <a:xfrm>
            <a:off x="361975" y="962100"/>
            <a:ext cx="4163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78" name="Google Shape;78;p1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79" name="Google Shape;79;p17"/>
          <p:cNvSpPr txBox="1"/>
          <p:nvPr>
            <p:ph idx="2"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80" name="Google Shape;80;p17"/>
          <p:cNvSpPr txBox="1"/>
          <p:nvPr>
            <p:ph idx="3" type="subTitle"/>
          </p:nvPr>
        </p:nvSpPr>
        <p:spPr>
          <a:xfrm>
            <a:off x="4909675" y="2841984"/>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81" name="Google Shape;81;p17"/>
          <p:cNvSpPr txBox="1"/>
          <p:nvPr>
            <p:ph idx="4" type="subTitle"/>
          </p:nvPr>
        </p:nvSpPr>
        <p:spPr>
          <a:xfrm>
            <a:off x="361975" y="3493626"/>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82" name="Google Shape;82;p17"/>
          <p:cNvSpPr txBox="1"/>
          <p:nvPr>
            <p:ph idx="5" type="subTitle"/>
          </p:nvPr>
        </p:nvSpPr>
        <p:spPr>
          <a:xfrm>
            <a:off x="4909675" y="3493626"/>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83" name="Google Shape;83;p17"/>
          <p:cNvSpPr txBox="1"/>
          <p:nvPr>
            <p:ph idx="6" type="subTitle"/>
          </p:nvPr>
        </p:nvSpPr>
        <p:spPr>
          <a:xfrm>
            <a:off x="361975" y="4145267"/>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84" name="Google Shape;84;p17"/>
          <p:cNvSpPr txBox="1"/>
          <p:nvPr>
            <p:ph idx="7" type="subTitle"/>
          </p:nvPr>
        </p:nvSpPr>
        <p:spPr>
          <a:xfrm>
            <a:off x="4909675" y="4145267"/>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Light">
  <p:cSld name="BLANK_1_1_1_1_1_1_1_1_1_1_1_1_1_1_2">
    <p:bg>
      <p:bgPr>
        <a:solidFill>
          <a:schemeClr val="accent6"/>
        </a:solidFill>
      </p:bgPr>
    </p:bg>
    <p:spTree>
      <p:nvGrpSpPr>
        <p:cNvPr id="85" name="Shape 85"/>
        <p:cNvGrpSpPr/>
        <p:nvPr/>
      </p:nvGrpSpPr>
      <p:grpSpPr>
        <a:xfrm>
          <a:off x="0" y="0"/>
          <a:ext cx="0" cy="0"/>
          <a:chOff x="0" y="0"/>
          <a:chExt cx="0" cy="0"/>
        </a:xfrm>
      </p:grpSpPr>
      <p:sp>
        <p:nvSpPr>
          <p:cNvPr id="86" name="Google Shape;86;p1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u="sng"/>
          </a:p>
        </p:txBody>
      </p:sp>
      <p:sp>
        <p:nvSpPr>
          <p:cNvPr id="87" name="Google Shape;87;p18"/>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18"/>
          <p:cNvSpPr txBox="1"/>
          <p:nvPr>
            <p:ph idx="2" type="body"/>
          </p:nvPr>
        </p:nvSpPr>
        <p:spPr>
          <a:xfrm>
            <a:off x="4845475" y="1361028"/>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89" name="Google Shape;89;p18"/>
          <p:cNvSpPr txBox="1"/>
          <p:nvPr>
            <p:ph idx="3" type="subTitle"/>
          </p:nvPr>
        </p:nvSpPr>
        <p:spPr>
          <a:xfrm>
            <a:off x="4845475" y="102837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90" name="Google Shape;90;p18"/>
          <p:cNvSpPr txBox="1"/>
          <p:nvPr>
            <p:ph idx="4" type="body"/>
          </p:nvPr>
        </p:nvSpPr>
        <p:spPr>
          <a:xfrm>
            <a:off x="4845475" y="2595865"/>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91" name="Google Shape;91;p18"/>
          <p:cNvSpPr txBox="1"/>
          <p:nvPr>
            <p:ph idx="5" type="subTitle"/>
          </p:nvPr>
        </p:nvSpPr>
        <p:spPr>
          <a:xfrm>
            <a:off x="4845475" y="2263215"/>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92" name="Google Shape;92;p18"/>
          <p:cNvSpPr txBox="1"/>
          <p:nvPr>
            <p:ph idx="6" type="body"/>
          </p:nvPr>
        </p:nvSpPr>
        <p:spPr>
          <a:xfrm>
            <a:off x="4845475" y="3870078"/>
            <a:ext cx="3382500" cy="4314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93" name="Google Shape;93;p18"/>
          <p:cNvSpPr txBox="1"/>
          <p:nvPr>
            <p:ph idx="7" type="subTitle"/>
          </p:nvPr>
        </p:nvSpPr>
        <p:spPr>
          <a:xfrm>
            <a:off x="4845475" y="3537427"/>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94" name="Google Shape;94;p18"/>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95" name="Google Shape;95;p18"/>
          <p:cNvSpPr txBox="1"/>
          <p:nvPr>
            <p:ph idx="8"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Light - Alt 1">
  <p:cSld name="BLANK_1_1_1_1_1_1_1_1_1_1_1_1_1_1_2_2">
    <p:bg>
      <p:bgPr>
        <a:solidFill>
          <a:schemeClr val="accent6"/>
        </a:solidFill>
      </p:bgPr>
    </p:bg>
    <p:spTree>
      <p:nvGrpSpPr>
        <p:cNvPr id="96" name="Shape 96"/>
        <p:cNvGrpSpPr/>
        <p:nvPr/>
      </p:nvGrpSpPr>
      <p:grpSpPr>
        <a:xfrm>
          <a:off x="0" y="0"/>
          <a:ext cx="0" cy="0"/>
          <a:chOff x="0" y="0"/>
          <a:chExt cx="0" cy="0"/>
        </a:xfrm>
      </p:grpSpPr>
      <p:sp>
        <p:nvSpPr>
          <p:cNvPr id="97" name="Google Shape;97;p19"/>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19"/>
          <p:cNvSpPr txBox="1"/>
          <p:nvPr>
            <p:ph idx="2" type="body"/>
          </p:nvPr>
        </p:nvSpPr>
        <p:spPr>
          <a:xfrm>
            <a:off x="4845475" y="998689"/>
            <a:ext cx="3382500" cy="587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99" name="Google Shape;99;p19"/>
          <p:cNvSpPr txBox="1"/>
          <p:nvPr>
            <p:ph idx="3" type="subTitle"/>
          </p:nvPr>
        </p:nvSpPr>
        <p:spPr>
          <a:xfrm>
            <a:off x="4845475" y="666041"/>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00" name="Google Shape;100;p19"/>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101" name="Google Shape;101;p19"/>
          <p:cNvSpPr txBox="1"/>
          <p:nvPr>
            <p:ph idx="4"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19"/>
          <p:cNvSpPr txBox="1"/>
          <p:nvPr>
            <p:ph idx="5" type="body"/>
          </p:nvPr>
        </p:nvSpPr>
        <p:spPr>
          <a:xfrm>
            <a:off x="4845475" y="3927439"/>
            <a:ext cx="3382500" cy="587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03" name="Google Shape;103;p19"/>
          <p:cNvSpPr txBox="1"/>
          <p:nvPr>
            <p:ph idx="6" type="subTitle"/>
          </p:nvPr>
        </p:nvSpPr>
        <p:spPr>
          <a:xfrm>
            <a:off x="4845475" y="3594791"/>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04" name="Google Shape;104;p19"/>
          <p:cNvSpPr txBox="1"/>
          <p:nvPr>
            <p:ph idx="7" type="body"/>
          </p:nvPr>
        </p:nvSpPr>
        <p:spPr>
          <a:xfrm>
            <a:off x="4845475" y="2431037"/>
            <a:ext cx="3382500" cy="5877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105" name="Google Shape;105;p19"/>
          <p:cNvSpPr txBox="1"/>
          <p:nvPr>
            <p:ph idx="8" type="subTitle"/>
          </p:nvPr>
        </p:nvSpPr>
        <p:spPr>
          <a:xfrm>
            <a:off x="4845475" y="2098390"/>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06" name="Google Shape;106;p19"/>
          <p:cNvSpPr txBox="1"/>
          <p:nvPr>
            <p:ph idx="9" type="body"/>
          </p:nvPr>
        </p:nvSpPr>
        <p:spPr>
          <a:xfrm>
            <a:off x="356100" y="3243900"/>
            <a:ext cx="2798700" cy="13344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Dark">
  <p:cSld name="BLANK_1_1_1_1_1_1_1_1_1_1_1_1_1_1_2_1">
    <p:bg>
      <p:bgPr>
        <a:solidFill>
          <a:schemeClr val="lt1"/>
        </a:solidFill>
      </p:bgPr>
    </p:bg>
    <p:spTree>
      <p:nvGrpSpPr>
        <p:cNvPr id="107" name="Shape 107"/>
        <p:cNvGrpSpPr/>
        <p:nvPr/>
      </p:nvGrpSpPr>
      <p:grpSpPr>
        <a:xfrm>
          <a:off x="0" y="0"/>
          <a:ext cx="0" cy="0"/>
          <a:chOff x="0" y="0"/>
          <a:chExt cx="0" cy="0"/>
        </a:xfrm>
      </p:grpSpPr>
      <p:sp>
        <p:nvSpPr>
          <p:cNvPr id="108" name="Google Shape;108;p2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09" name="Google Shape;109;p20"/>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10" name="Google Shape;110;p20"/>
          <p:cNvSpPr txBox="1"/>
          <p:nvPr>
            <p:ph idx="2" type="body"/>
          </p:nvPr>
        </p:nvSpPr>
        <p:spPr>
          <a:xfrm>
            <a:off x="4845475" y="1361028"/>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11" name="Google Shape;111;p20"/>
          <p:cNvSpPr txBox="1"/>
          <p:nvPr>
            <p:ph idx="3" type="subTitle"/>
          </p:nvPr>
        </p:nvSpPr>
        <p:spPr>
          <a:xfrm>
            <a:off x="4845475" y="102837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12" name="Google Shape;112;p20"/>
          <p:cNvSpPr txBox="1"/>
          <p:nvPr>
            <p:ph idx="4" type="body"/>
          </p:nvPr>
        </p:nvSpPr>
        <p:spPr>
          <a:xfrm>
            <a:off x="4845475" y="2595865"/>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13" name="Google Shape;113;p20"/>
          <p:cNvSpPr txBox="1"/>
          <p:nvPr>
            <p:ph idx="5" type="subTitle"/>
          </p:nvPr>
        </p:nvSpPr>
        <p:spPr>
          <a:xfrm>
            <a:off x="4845475" y="2263215"/>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14" name="Google Shape;114;p20"/>
          <p:cNvSpPr txBox="1"/>
          <p:nvPr>
            <p:ph idx="6" type="body"/>
          </p:nvPr>
        </p:nvSpPr>
        <p:spPr>
          <a:xfrm>
            <a:off x="4845475" y="3870078"/>
            <a:ext cx="3382500" cy="4314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SzPts val="1000"/>
              <a:buFont typeface="DM Sans"/>
              <a:buChar char="●"/>
              <a:defRPr sz="1000"/>
            </a:lvl1pPr>
            <a:lvl2pPr indent="-292100" lvl="1" marL="914400">
              <a:lnSpc>
                <a:spcPct val="100000"/>
              </a:lnSpc>
              <a:spcBef>
                <a:spcPts val="800"/>
              </a:spcBef>
              <a:spcAft>
                <a:spcPts val="0"/>
              </a:spcAft>
              <a:buSzPts val="1000"/>
              <a:buFont typeface="DM Sans"/>
              <a:buChar char="○"/>
              <a:defRPr sz="1000"/>
            </a:lvl2pPr>
            <a:lvl3pPr indent="-292100" lvl="2" marL="1371600">
              <a:lnSpc>
                <a:spcPct val="100000"/>
              </a:lnSpc>
              <a:spcBef>
                <a:spcPts val="800"/>
              </a:spcBef>
              <a:spcAft>
                <a:spcPts val="0"/>
              </a:spcAft>
              <a:buSzPts val="1000"/>
              <a:buFont typeface="DM Sans"/>
              <a:buChar char="■"/>
              <a:defRPr sz="1000"/>
            </a:lvl3pPr>
            <a:lvl4pPr indent="-292100" lvl="3" marL="1828800">
              <a:lnSpc>
                <a:spcPct val="100000"/>
              </a:lnSpc>
              <a:spcBef>
                <a:spcPts val="800"/>
              </a:spcBef>
              <a:spcAft>
                <a:spcPts val="0"/>
              </a:spcAft>
              <a:buSzPts val="1000"/>
              <a:buFont typeface="DM Sans"/>
              <a:buChar char="●"/>
              <a:defRPr sz="1000"/>
            </a:lvl4pPr>
            <a:lvl5pPr indent="-292100" lvl="4" marL="2286000">
              <a:lnSpc>
                <a:spcPct val="100000"/>
              </a:lnSpc>
              <a:spcBef>
                <a:spcPts val="800"/>
              </a:spcBef>
              <a:spcAft>
                <a:spcPts val="0"/>
              </a:spcAft>
              <a:buSzPts val="1000"/>
              <a:buFont typeface="DM Sans"/>
              <a:buChar char="○"/>
              <a:defRPr sz="1000"/>
            </a:lvl5pPr>
            <a:lvl6pPr indent="-292100" lvl="5" marL="2743200">
              <a:lnSpc>
                <a:spcPct val="100000"/>
              </a:lnSpc>
              <a:spcBef>
                <a:spcPts val="800"/>
              </a:spcBef>
              <a:spcAft>
                <a:spcPts val="0"/>
              </a:spcAft>
              <a:buSzPts val="1000"/>
              <a:buFont typeface="DM Sans"/>
              <a:buChar char="■"/>
              <a:defRPr sz="1000"/>
            </a:lvl6pPr>
            <a:lvl7pPr indent="-292100" lvl="6" marL="3200400">
              <a:lnSpc>
                <a:spcPct val="100000"/>
              </a:lnSpc>
              <a:spcBef>
                <a:spcPts val="800"/>
              </a:spcBef>
              <a:spcAft>
                <a:spcPts val="0"/>
              </a:spcAft>
              <a:buSzPts val="1000"/>
              <a:buFont typeface="DM Sans"/>
              <a:buChar char="●"/>
              <a:defRPr sz="1000"/>
            </a:lvl7pPr>
            <a:lvl8pPr indent="-292100" lvl="7" marL="3657600">
              <a:lnSpc>
                <a:spcPct val="100000"/>
              </a:lnSpc>
              <a:spcBef>
                <a:spcPts val="800"/>
              </a:spcBef>
              <a:spcAft>
                <a:spcPts val="0"/>
              </a:spcAft>
              <a:buSzPts val="1000"/>
              <a:buFont typeface="DM Sans"/>
              <a:buChar char="○"/>
              <a:defRPr sz="1000"/>
            </a:lvl8pPr>
            <a:lvl9pPr indent="-292100" lvl="8" marL="4114800">
              <a:lnSpc>
                <a:spcPct val="100000"/>
              </a:lnSpc>
              <a:spcBef>
                <a:spcPts val="800"/>
              </a:spcBef>
              <a:spcAft>
                <a:spcPts val="800"/>
              </a:spcAft>
              <a:buSzPts val="1000"/>
              <a:buFont typeface="DM Sans"/>
              <a:buChar char="■"/>
              <a:defRPr sz="1000"/>
            </a:lvl9pPr>
          </a:lstStyle>
          <a:p/>
        </p:txBody>
      </p:sp>
      <p:sp>
        <p:nvSpPr>
          <p:cNvPr id="115" name="Google Shape;115;p20"/>
          <p:cNvSpPr txBox="1"/>
          <p:nvPr>
            <p:ph idx="7" type="subTitle"/>
          </p:nvPr>
        </p:nvSpPr>
        <p:spPr>
          <a:xfrm>
            <a:off x="4845475" y="353742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16" name="Google Shape;116;p20"/>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117" name="Google Shape;117;p20"/>
          <p:cNvSpPr txBox="1"/>
          <p:nvPr>
            <p:ph idx="8"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four big ideas">
  <p:cSld name="BLANK_1_1_1_1_1_1_1_1_1_1_1_1_1_1_1">
    <p:bg>
      <p:bgPr>
        <a:solidFill>
          <a:schemeClr val="lt1"/>
        </a:solidFill>
      </p:bgPr>
    </p:bg>
    <p:spTree>
      <p:nvGrpSpPr>
        <p:cNvPr id="118" name="Shape 118"/>
        <p:cNvGrpSpPr/>
        <p:nvPr/>
      </p:nvGrpSpPr>
      <p:grpSpPr>
        <a:xfrm>
          <a:off x="0" y="0"/>
          <a:ext cx="0" cy="0"/>
          <a:chOff x="0" y="0"/>
          <a:chExt cx="0" cy="0"/>
        </a:xfrm>
      </p:grpSpPr>
      <p:sp>
        <p:nvSpPr>
          <p:cNvPr id="119" name="Google Shape;119;p21"/>
          <p:cNvSpPr txBox="1"/>
          <p:nvPr>
            <p:ph idx="1" type="body"/>
          </p:nvPr>
        </p:nvSpPr>
        <p:spPr>
          <a:xfrm>
            <a:off x="2610420"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20" name="Google Shape;120;p21"/>
          <p:cNvSpPr txBox="1"/>
          <p:nvPr>
            <p:ph idx="2" type="subTitle"/>
          </p:nvPr>
        </p:nvSpPr>
        <p:spPr>
          <a:xfrm>
            <a:off x="2610418" y="2169054"/>
            <a:ext cx="16458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21" name="Google Shape;121;p2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22" name="Google Shape;122;p21"/>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23" name="Google Shape;123;p21"/>
          <p:cNvSpPr txBox="1"/>
          <p:nvPr>
            <p:ph idx="4" type="body"/>
          </p:nvPr>
        </p:nvSpPr>
        <p:spPr>
          <a:xfrm>
            <a:off x="4889772" y="2943375"/>
            <a:ext cx="1645800" cy="16080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124" name="Google Shape;124;p21"/>
          <p:cNvSpPr txBox="1"/>
          <p:nvPr>
            <p:ph idx="5" type="subTitle"/>
          </p:nvPr>
        </p:nvSpPr>
        <p:spPr>
          <a:xfrm>
            <a:off x="4889774" y="2169054"/>
            <a:ext cx="1645800" cy="452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25" name="Google Shape;125;p21"/>
          <p:cNvSpPr txBox="1"/>
          <p:nvPr>
            <p:ph idx="6" type="body"/>
          </p:nvPr>
        </p:nvSpPr>
        <p:spPr>
          <a:xfrm>
            <a:off x="7130875"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26" name="Google Shape;126;p21"/>
          <p:cNvSpPr txBox="1"/>
          <p:nvPr>
            <p:ph idx="7" type="subTitle"/>
          </p:nvPr>
        </p:nvSpPr>
        <p:spPr>
          <a:xfrm>
            <a:off x="7130874" y="2169054"/>
            <a:ext cx="16458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27" name="Google Shape;127;p21"/>
          <p:cNvSpPr txBox="1"/>
          <p:nvPr>
            <p:ph idx="8" type="body"/>
          </p:nvPr>
        </p:nvSpPr>
        <p:spPr>
          <a:xfrm>
            <a:off x="360525"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28" name="Google Shape;128;p21"/>
          <p:cNvSpPr txBox="1"/>
          <p:nvPr>
            <p:ph idx="9" type="subTitle"/>
          </p:nvPr>
        </p:nvSpPr>
        <p:spPr>
          <a:xfrm>
            <a:off x="360533" y="2169054"/>
            <a:ext cx="1645800" cy="452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29" name="Google Shape;129;p21"/>
          <p:cNvSpPr txBox="1"/>
          <p:nvPr>
            <p:ph idx="1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p:txBody>
      </p:sp>
      <p:sp>
        <p:nvSpPr>
          <p:cNvPr id="130" name="Google Shape;130;p21"/>
          <p:cNvSpPr txBox="1"/>
          <p:nvPr>
            <p:ph type="title"/>
          </p:nvPr>
        </p:nvSpPr>
        <p:spPr>
          <a:xfrm>
            <a:off x="1938175" y="988550"/>
            <a:ext cx="5267700" cy="587700"/>
          </a:xfrm>
          <a:prstGeom prst="rect">
            <a:avLst/>
          </a:prstGeom>
        </p:spPr>
        <p:txBody>
          <a:bodyPr anchorCtr="0" anchor="t" bIns="0" lIns="0" spcFirstLastPara="1" rIns="0" wrap="square" tIns="0">
            <a:noAutofit/>
          </a:bodyPr>
          <a:lstStyle>
            <a:lvl1pPr lvl="0" algn="ctr">
              <a:spcBef>
                <a:spcPts val="0"/>
              </a:spcBef>
              <a:spcAft>
                <a:spcPts val="0"/>
              </a:spcAft>
              <a:buNone/>
              <a:defRPr sz="2200">
                <a:solidFill>
                  <a:schemeClr val="dk1"/>
                </a:solidFill>
              </a:defRPr>
            </a:lvl1pPr>
            <a:lvl2pPr lvl="1" algn="ctr">
              <a:spcBef>
                <a:spcPts val="0"/>
              </a:spcBef>
              <a:spcAft>
                <a:spcPts val="0"/>
              </a:spcAft>
              <a:buNone/>
              <a:defRPr sz="2200">
                <a:solidFill>
                  <a:schemeClr val="dk1"/>
                </a:solidFill>
              </a:defRPr>
            </a:lvl2pPr>
            <a:lvl3pPr lvl="2" algn="ctr">
              <a:spcBef>
                <a:spcPts val="0"/>
              </a:spcBef>
              <a:spcAft>
                <a:spcPts val="0"/>
              </a:spcAft>
              <a:buNone/>
              <a:defRPr sz="2200">
                <a:solidFill>
                  <a:schemeClr val="dk1"/>
                </a:solidFill>
              </a:defRPr>
            </a:lvl3pPr>
            <a:lvl4pPr lvl="3" algn="ctr">
              <a:spcBef>
                <a:spcPts val="0"/>
              </a:spcBef>
              <a:spcAft>
                <a:spcPts val="0"/>
              </a:spcAft>
              <a:buNone/>
              <a:defRPr sz="2200">
                <a:solidFill>
                  <a:schemeClr val="dk1"/>
                </a:solidFill>
              </a:defRPr>
            </a:lvl4pPr>
            <a:lvl5pPr lvl="4" algn="ctr">
              <a:spcBef>
                <a:spcPts val="0"/>
              </a:spcBef>
              <a:spcAft>
                <a:spcPts val="0"/>
              </a:spcAft>
              <a:buNone/>
              <a:defRPr sz="2200">
                <a:solidFill>
                  <a:schemeClr val="dk1"/>
                </a:solidFill>
              </a:defRPr>
            </a:lvl5pPr>
            <a:lvl6pPr lvl="5" algn="ctr">
              <a:spcBef>
                <a:spcPts val="0"/>
              </a:spcBef>
              <a:spcAft>
                <a:spcPts val="0"/>
              </a:spcAft>
              <a:buNone/>
              <a:defRPr sz="2200">
                <a:solidFill>
                  <a:schemeClr val="dk1"/>
                </a:solidFill>
              </a:defRPr>
            </a:lvl6pPr>
            <a:lvl7pPr lvl="6" algn="ctr">
              <a:spcBef>
                <a:spcPts val="0"/>
              </a:spcBef>
              <a:spcAft>
                <a:spcPts val="0"/>
              </a:spcAft>
              <a:buNone/>
              <a:defRPr sz="2200">
                <a:solidFill>
                  <a:schemeClr val="dk1"/>
                </a:solidFill>
              </a:defRPr>
            </a:lvl7pPr>
            <a:lvl8pPr lvl="7" algn="ctr">
              <a:spcBef>
                <a:spcPts val="0"/>
              </a:spcBef>
              <a:spcAft>
                <a:spcPts val="0"/>
              </a:spcAft>
              <a:buNone/>
              <a:defRPr sz="2200">
                <a:solidFill>
                  <a:schemeClr val="dk1"/>
                </a:solidFill>
              </a:defRPr>
            </a:lvl8pPr>
            <a:lvl9pPr lvl="8" algn="ctr">
              <a:spcBef>
                <a:spcPts val="0"/>
              </a:spcBef>
              <a:spcAft>
                <a:spcPts val="0"/>
              </a:spcAft>
              <a:buNone/>
              <a:defRPr sz="2200">
                <a:solidFill>
                  <a:schemeClr val="dk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ig ideas">
  <p:cSld name="BLANK_1_1_1_1_1_1_1_1_1_1_1_1_1_1_1_3">
    <p:bg>
      <p:bgPr>
        <a:solidFill>
          <a:schemeClr val="accent2"/>
        </a:solidFill>
      </p:bgPr>
    </p:bg>
    <p:spTree>
      <p:nvGrpSpPr>
        <p:cNvPr id="131" name="Shape 131"/>
        <p:cNvGrpSpPr/>
        <p:nvPr/>
      </p:nvGrpSpPr>
      <p:grpSpPr>
        <a:xfrm>
          <a:off x="0" y="0"/>
          <a:ext cx="0" cy="0"/>
          <a:chOff x="0" y="0"/>
          <a:chExt cx="0" cy="0"/>
        </a:xfrm>
      </p:grpSpPr>
      <p:sp>
        <p:nvSpPr>
          <p:cNvPr id="132" name="Google Shape;132;p2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33" name="Google Shape;133;p22"/>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4" name="Google Shape;134;p22"/>
          <p:cNvSpPr txBox="1"/>
          <p:nvPr>
            <p:ph idx="2" type="body"/>
          </p:nvPr>
        </p:nvSpPr>
        <p:spPr>
          <a:xfrm>
            <a:off x="361975" y="3231275"/>
            <a:ext cx="1457400" cy="10776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Font typeface="DM Sans Light"/>
              <a:buChar char="●"/>
              <a:defRPr sz="1000">
                <a:latin typeface="DM Sans Light"/>
                <a:ea typeface="DM Sans Light"/>
                <a:cs typeface="DM Sans Light"/>
                <a:sym typeface="DM Sans Light"/>
              </a:defRPr>
            </a:lvl1pPr>
            <a:lvl2pPr indent="-292100" lvl="1" marL="9144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2pPr>
            <a:lvl3pPr indent="-292100" lvl="2" marL="13716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3pPr>
            <a:lvl4pPr indent="-292100" lvl="3" marL="18288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4pPr>
            <a:lvl5pPr indent="-292100" lvl="4" marL="22860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5pPr>
            <a:lvl6pPr indent="-292100" lvl="5" marL="27432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6pPr>
            <a:lvl7pPr indent="-292100" lvl="6" marL="32004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7pPr>
            <a:lvl8pPr indent="-292100" lvl="7" marL="36576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8pPr>
            <a:lvl9pPr indent="-292100" lvl="8" marL="4114800">
              <a:lnSpc>
                <a:spcPct val="100000"/>
              </a:lnSpc>
              <a:spcBef>
                <a:spcPts val="800"/>
              </a:spcBef>
              <a:spcAft>
                <a:spcPts val="800"/>
              </a:spcAft>
              <a:buSzPts val="1000"/>
              <a:buFont typeface="DM Sans Light"/>
              <a:buChar char="■"/>
              <a:defRPr sz="1000">
                <a:latin typeface="DM Sans Light"/>
                <a:ea typeface="DM Sans Light"/>
                <a:cs typeface="DM Sans Light"/>
                <a:sym typeface="DM Sans Light"/>
              </a:defRPr>
            </a:lvl9pPr>
          </a:lstStyle>
          <a:p/>
        </p:txBody>
      </p:sp>
      <p:sp>
        <p:nvSpPr>
          <p:cNvPr id="135" name="Google Shape;135;p22"/>
          <p:cNvSpPr txBox="1"/>
          <p:nvPr>
            <p:ph idx="3" type="subTitle"/>
          </p:nvPr>
        </p:nvSpPr>
        <p:spPr>
          <a:xfrm>
            <a:off x="36197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36" name="Google Shape;136;p22"/>
          <p:cNvSpPr txBox="1"/>
          <p:nvPr>
            <p:ph idx="4"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37" name="Google Shape;137;p22"/>
          <p:cNvSpPr txBox="1"/>
          <p:nvPr>
            <p:ph type="title"/>
          </p:nvPr>
        </p:nvSpPr>
        <p:spPr>
          <a:xfrm>
            <a:off x="1938175" y="988550"/>
            <a:ext cx="5267700" cy="587700"/>
          </a:xfrm>
          <a:prstGeom prst="rect">
            <a:avLst/>
          </a:prstGeom>
        </p:spPr>
        <p:txBody>
          <a:bodyPr anchorCtr="0" anchor="t" bIns="0" lIns="0" spcFirstLastPara="1" rIns="0" wrap="square" tIns="0">
            <a:noAutofit/>
          </a:bodyPr>
          <a:lstStyle>
            <a:lvl1pPr lvl="0" algn="ctr">
              <a:spcBef>
                <a:spcPts val="0"/>
              </a:spcBef>
              <a:spcAft>
                <a:spcPts val="0"/>
              </a:spcAft>
              <a:buNone/>
              <a:defRPr sz="2200"/>
            </a:lvl1pPr>
            <a:lvl2pPr lvl="1" algn="ctr">
              <a:spcBef>
                <a:spcPts val="0"/>
              </a:spcBef>
              <a:spcAft>
                <a:spcPts val="0"/>
              </a:spcAft>
              <a:buNone/>
              <a:defRPr sz="2200"/>
            </a:lvl2pPr>
            <a:lvl3pPr lvl="2" algn="ctr">
              <a:spcBef>
                <a:spcPts val="0"/>
              </a:spcBef>
              <a:spcAft>
                <a:spcPts val="0"/>
              </a:spcAft>
              <a:buNone/>
              <a:defRPr sz="2200"/>
            </a:lvl3pPr>
            <a:lvl4pPr lvl="3" algn="ctr">
              <a:spcBef>
                <a:spcPts val="0"/>
              </a:spcBef>
              <a:spcAft>
                <a:spcPts val="0"/>
              </a:spcAft>
              <a:buNone/>
              <a:defRPr sz="2200"/>
            </a:lvl4pPr>
            <a:lvl5pPr lvl="4" algn="ctr">
              <a:spcBef>
                <a:spcPts val="0"/>
              </a:spcBef>
              <a:spcAft>
                <a:spcPts val="0"/>
              </a:spcAft>
              <a:buNone/>
              <a:defRPr sz="2200"/>
            </a:lvl5pPr>
            <a:lvl6pPr lvl="5" algn="ctr">
              <a:spcBef>
                <a:spcPts val="0"/>
              </a:spcBef>
              <a:spcAft>
                <a:spcPts val="0"/>
              </a:spcAft>
              <a:buNone/>
              <a:defRPr sz="2200"/>
            </a:lvl6pPr>
            <a:lvl7pPr lvl="6" algn="ctr">
              <a:spcBef>
                <a:spcPts val="0"/>
              </a:spcBef>
              <a:spcAft>
                <a:spcPts val="0"/>
              </a:spcAft>
              <a:buNone/>
              <a:defRPr sz="2200"/>
            </a:lvl7pPr>
            <a:lvl8pPr lvl="7" algn="ctr">
              <a:spcBef>
                <a:spcPts val="0"/>
              </a:spcBef>
              <a:spcAft>
                <a:spcPts val="0"/>
              </a:spcAft>
              <a:buNone/>
              <a:defRPr sz="2200"/>
            </a:lvl8pPr>
            <a:lvl9pPr lvl="8" algn="ctr">
              <a:spcBef>
                <a:spcPts val="0"/>
              </a:spcBef>
              <a:spcAft>
                <a:spcPts val="0"/>
              </a:spcAft>
              <a:buNone/>
              <a:defRPr sz="2200"/>
            </a:lvl9pPr>
          </a:lstStyle>
          <a:p/>
        </p:txBody>
      </p:sp>
      <p:sp>
        <p:nvSpPr>
          <p:cNvPr id="138" name="Google Shape;138;p22"/>
          <p:cNvSpPr txBox="1"/>
          <p:nvPr>
            <p:ph idx="5" type="subTitle"/>
          </p:nvPr>
        </p:nvSpPr>
        <p:spPr>
          <a:xfrm>
            <a:off x="731927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39" name="Google Shape;139;p22"/>
          <p:cNvSpPr txBox="1"/>
          <p:nvPr>
            <p:ph idx="6" type="body"/>
          </p:nvPr>
        </p:nvSpPr>
        <p:spPr>
          <a:xfrm>
            <a:off x="2101300"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140" name="Google Shape;140;p22"/>
          <p:cNvSpPr txBox="1"/>
          <p:nvPr>
            <p:ph idx="7" type="body"/>
          </p:nvPr>
        </p:nvSpPr>
        <p:spPr>
          <a:xfrm>
            <a:off x="3840625"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141" name="Google Shape;141;p22"/>
          <p:cNvSpPr txBox="1"/>
          <p:nvPr>
            <p:ph idx="8" type="body"/>
          </p:nvPr>
        </p:nvSpPr>
        <p:spPr>
          <a:xfrm>
            <a:off x="5579950"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142" name="Google Shape;142;p22"/>
          <p:cNvSpPr txBox="1"/>
          <p:nvPr>
            <p:ph idx="9" type="subTitle"/>
          </p:nvPr>
        </p:nvSpPr>
        <p:spPr>
          <a:xfrm>
            <a:off x="2101300"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43" name="Google Shape;143;p22"/>
          <p:cNvSpPr txBox="1"/>
          <p:nvPr>
            <p:ph idx="13" type="subTitle"/>
          </p:nvPr>
        </p:nvSpPr>
        <p:spPr>
          <a:xfrm>
            <a:off x="384062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44" name="Google Shape;144;p22"/>
          <p:cNvSpPr txBox="1"/>
          <p:nvPr>
            <p:ph idx="14" type="subTitle"/>
          </p:nvPr>
        </p:nvSpPr>
        <p:spPr>
          <a:xfrm>
            <a:off x="5579950"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45" name="Google Shape;145;p22"/>
          <p:cNvSpPr txBox="1"/>
          <p:nvPr>
            <p:ph idx="15" type="body"/>
          </p:nvPr>
        </p:nvSpPr>
        <p:spPr>
          <a:xfrm>
            <a:off x="7319275"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BLANK_1_1_1_1_1_1_1_1_1_1_1_1_1_1_1_2">
    <p:bg>
      <p:bgPr>
        <a:solidFill>
          <a:schemeClr val="lt1"/>
        </a:solidFill>
      </p:bgPr>
    </p:bg>
    <p:spTree>
      <p:nvGrpSpPr>
        <p:cNvPr id="146" name="Shape 146"/>
        <p:cNvGrpSpPr/>
        <p:nvPr/>
      </p:nvGrpSpPr>
      <p:grpSpPr>
        <a:xfrm>
          <a:off x="0" y="0"/>
          <a:ext cx="0" cy="0"/>
          <a:chOff x="0" y="0"/>
          <a:chExt cx="0" cy="0"/>
        </a:xfrm>
      </p:grpSpPr>
      <p:sp>
        <p:nvSpPr>
          <p:cNvPr id="147" name="Google Shape;147;p2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48" name="Google Shape;148;p2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49" name="Google Shape;149;p23"/>
          <p:cNvSpPr txBox="1"/>
          <p:nvPr>
            <p:ph idx="2" type="body"/>
          </p:nvPr>
        </p:nvSpPr>
        <p:spPr>
          <a:xfrm>
            <a:off x="7130875"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50" name="Google Shape;150;p23"/>
          <p:cNvSpPr txBox="1"/>
          <p:nvPr>
            <p:ph idx="3" type="subTitle"/>
          </p:nvPr>
        </p:nvSpPr>
        <p:spPr>
          <a:xfrm>
            <a:off x="7130875"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51" name="Google Shape;151;p23"/>
          <p:cNvSpPr txBox="1"/>
          <p:nvPr>
            <p:ph idx="4" type="subTitle"/>
          </p:nvPr>
        </p:nvSpPr>
        <p:spPr>
          <a:xfrm>
            <a:off x="7130875"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52" name="Google Shape;152;p23"/>
          <p:cNvSpPr txBox="1"/>
          <p:nvPr>
            <p:ph idx="5" type="body"/>
          </p:nvPr>
        </p:nvSpPr>
        <p:spPr>
          <a:xfrm>
            <a:off x="4892138"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53" name="Google Shape;153;p23"/>
          <p:cNvSpPr txBox="1"/>
          <p:nvPr>
            <p:ph idx="6" type="subTitle"/>
          </p:nvPr>
        </p:nvSpPr>
        <p:spPr>
          <a:xfrm>
            <a:off x="4892138"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54" name="Google Shape;154;p23"/>
          <p:cNvSpPr txBox="1"/>
          <p:nvPr>
            <p:ph idx="7" type="subTitle"/>
          </p:nvPr>
        </p:nvSpPr>
        <p:spPr>
          <a:xfrm>
            <a:off x="4892138"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55" name="Google Shape;155;p23"/>
          <p:cNvSpPr txBox="1"/>
          <p:nvPr>
            <p:ph idx="8" type="body"/>
          </p:nvPr>
        </p:nvSpPr>
        <p:spPr>
          <a:xfrm>
            <a:off x="2607050" y="3628800"/>
            <a:ext cx="1645800" cy="6801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56" name="Google Shape;156;p23"/>
          <p:cNvSpPr txBox="1"/>
          <p:nvPr>
            <p:ph idx="9" type="subTitle"/>
          </p:nvPr>
        </p:nvSpPr>
        <p:spPr>
          <a:xfrm>
            <a:off x="2607050"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57" name="Google Shape;157;p23"/>
          <p:cNvSpPr txBox="1"/>
          <p:nvPr>
            <p:ph idx="13" type="subTitle"/>
          </p:nvPr>
        </p:nvSpPr>
        <p:spPr>
          <a:xfrm>
            <a:off x="2607050"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58" name="Google Shape;158;p23"/>
          <p:cNvSpPr txBox="1"/>
          <p:nvPr>
            <p:ph idx="14" type="body"/>
          </p:nvPr>
        </p:nvSpPr>
        <p:spPr>
          <a:xfrm>
            <a:off x="361975"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59" name="Google Shape;159;p23"/>
          <p:cNvSpPr txBox="1"/>
          <p:nvPr>
            <p:ph idx="15" type="subTitle"/>
          </p:nvPr>
        </p:nvSpPr>
        <p:spPr>
          <a:xfrm>
            <a:off x="361975"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60" name="Google Shape;160;p23"/>
          <p:cNvSpPr txBox="1"/>
          <p:nvPr>
            <p:ph idx="16" type="subTitle"/>
          </p:nvPr>
        </p:nvSpPr>
        <p:spPr>
          <a:xfrm>
            <a:off x="361975"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61" name="Google Shape;161;p23"/>
          <p:cNvSpPr txBox="1"/>
          <p:nvPr>
            <p:ph idx="17"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p:txBody>
      </p:sp>
      <p:sp>
        <p:nvSpPr>
          <p:cNvPr id="162" name="Google Shape;162;p23"/>
          <p:cNvSpPr txBox="1"/>
          <p:nvPr>
            <p:ph type="title"/>
          </p:nvPr>
        </p:nvSpPr>
        <p:spPr>
          <a:xfrm>
            <a:off x="1406600" y="988557"/>
            <a:ext cx="6330900" cy="5877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None/>
              <a:defRPr sz="2200">
                <a:solidFill>
                  <a:schemeClr val="dk1"/>
                </a:solidFill>
              </a:defRPr>
            </a:lvl1pPr>
            <a:lvl2pPr lvl="1" algn="ctr">
              <a:lnSpc>
                <a:spcPct val="90000"/>
              </a:lnSpc>
              <a:spcBef>
                <a:spcPts val="0"/>
              </a:spcBef>
              <a:spcAft>
                <a:spcPts val="0"/>
              </a:spcAft>
              <a:buNone/>
              <a:defRPr sz="2200">
                <a:solidFill>
                  <a:schemeClr val="dk1"/>
                </a:solidFill>
              </a:defRPr>
            </a:lvl2pPr>
            <a:lvl3pPr lvl="2" algn="ctr">
              <a:lnSpc>
                <a:spcPct val="90000"/>
              </a:lnSpc>
              <a:spcBef>
                <a:spcPts val="0"/>
              </a:spcBef>
              <a:spcAft>
                <a:spcPts val="0"/>
              </a:spcAft>
              <a:buNone/>
              <a:defRPr sz="2200">
                <a:solidFill>
                  <a:schemeClr val="dk1"/>
                </a:solidFill>
              </a:defRPr>
            </a:lvl3pPr>
            <a:lvl4pPr lvl="3" algn="ctr">
              <a:lnSpc>
                <a:spcPct val="90000"/>
              </a:lnSpc>
              <a:spcBef>
                <a:spcPts val="0"/>
              </a:spcBef>
              <a:spcAft>
                <a:spcPts val="0"/>
              </a:spcAft>
              <a:buNone/>
              <a:defRPr sz="2200">
                <a:solidFill>
                  <a:schemeClr val="dk1"/>
                </a:solidFill>
              </a:defRPr>
            </a:lvl4pPr>
            <a:lvl5pPr lvl="4" algn="ctr">
              <a:lnSpc>
                <a:spcPct val="90000"/>
              </a:lnSpc>
              <a:spcBef>
                <a:spcPts val="0"/>
              </a:spcBef>
              <a:spcAft>
                <a:spcPts val="0"/>
              </a:spcAft>
              <a:buNone/>
              <a:defRPr sz="2200">
                <a:solidFill>
                  <a:schemeClr val="dk1"/>
                </a:solidFill>
              </a:defRPr>
            </a:lvl5pPr>
            <a:lvl6pPr lvl="5" algn="ctr">
              <a:lnSpc>
                <a:spcPct val="90000"/>
              </a:lnSpc>
              <a:spcBef>
                <a:spcPts val="0"/>
              </a:spcBef>
              <a:spcAft>
                <a:spcPts val="0"/>
              </a:spcAft>
              <a:buNone/>
              <a:defRPr sz="2200">
                <a:solidFill>
                  <a:schemeClr val="dk1"/>
                </a:solidFill>
              </a:defRPr>
            </a:lvl6pPr>
            <a:lvl7pPr lvl="6" algn="ctr">
              <a:lnSpc>
                <a:spcPct val="90000"/>
              </a:lnSpc>
              <a:spcBef>
                <a:spcPts val="0"/>
              </a:spcBef>
              <a:spcAft>
                <a:spcPts val="0"/>
              </a:spcAft>
              <a:buNone/>
              <a:defRPr sz="2200">
                <a:solidFill>
                  <a:schemeClr val="dk1"/>
                </a:solidFill>
              </a:defRPr>
            </a:lvl7pPr>
            <a:lvl8pPr lvl="7" algn="ctr">
              <a:lnSpc>
                <a:spcPct val="90000"/>
              </a:lnSpc>
              <a:spcBef>
                <a:spcPts val="0"/>
              </a:spcBef>
              <a:spcAft>
                <a:spcPts val="0"/>
              </a:spcAft>
              <a:buNone/>
              <a:defRPr sz="2200">
                <a:solidFill>
                  <a:schemeClr val="dk1"/>
                </a:solidFill>
              </a:defRPr>
            </a:lvl8pPr>
            <a:lvl9pPr lvl="8" algn="ctr">
              <a:lnSpc>
                <a:spcPct val="90000"/>
              </a:lnSpc>
              <a:spcBef>
                <a:spcPts val="0"/>
              </a:spcBef>
              <a:spcAft>
                <a:spcPts val="0"/>
              </a:spcAft>
              <a:buNone/>
              <a:defRPr sz="2200">
                <a:solidFill>
                  <a:schemeClr val="dk1"/>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USTOM_7_1_1_1_1_1_1_1_1_1_1_1_1_1_1_1_1">
    <p:bg>
      <p:bgPr>
        <a:solidFill>
          <a:schemeClr val="lt1"/>
        </a:solidFill>
      </p:bgPr>
    </p:bg>
    <p:spTree>
      <p:nvGrpSpPr>
        <p:cNvPr id="163" name="Shape 163"/>
        <p:cNvGrpSpPr/>
        <p:nvPr/>
      </p:nvGrpSpPr>
      <p:grpSpPr>
        <a:xfrm>
          <a:off x="0" y="0"/>
          <a:ext cx="0" cy="0"/>
          <a:chOff x="0" y="0"/>
          <a:chExt cx="0" cy="0"/>
        </a:xfrm>
      </p:grpSpPr>
      <p:sp>
        <p:nvSpPr>
          <p:cNvPr id="164" name="Google Shape;164;p24"/>
          <p:cNvSpPr/>
          <p:nvPr>
            <p:ph idx="2" type="pic"/>
          </p:nvPr>
        </p:nvSpPr>
        <p:spPr>
          <a:xfrm>
            <a:off x="4587725" y="-8750"/>
            <a:ext cx="4572000" cy="5152200"/>
          </a:xfrm>
          <a:prstGeom prst="rect">
            <a:avLst/>
          </a:prstGeom>
          <a:noFill/>
          <a:ln>
            <a:noFill/>
          </a:ln>
        </p:spPr>
      </p:sp>
      <p:sp>
        <p:nvSpPr>
          <p:cNvPr id="165" name="Google Shape;165;p24"/>
          <p:cNvSpPr txBox="1"/>
          <p:nvPr>
            <p:ph type="title"/>
          </p:nvPr>
        </p:nvSpPr>
        <p:spPr>
          <a:xfrm>
            <a:off x="361975" y="923525"/>
            <a:ext cx="3860100" cy="587700"/>
          </a:xfrm>
          <a:prstGeom prst="rect">
            <a:avLst/>
          </a:prstGeom>
        </p:spPr>
        <p:txBody>
          <a:bodyPr anchorCtr="0" anchor="t" bIns="91425" lIns="91425" spcFirstLastPara="1" rIns="91425" wrap="square" tIns="91425">
            <a:noAutofit/>
          </a:bodyPr>
          <a:lstStyle>
            <a:lvl1pPr lvl="0" algn="ctr">
              <a:lnSpc>
                <a:spcPct val="80000"/>
              </a:lnSpc>
              <a:spcBef>
                <a:spcPts val="0"/>
              </a:spcBef>
              <a:spcAft>
                <a:spcPts val="0"/>
              </a:spcAft>
              <a:buNone/>
              <a:defRPr sz="4200">
                <a:solidFill>
                  <a:schemeClr val="dk1"/>
                </a:solidFill>
              </a:defRPr>
            </a:lvl1pPr>
            <a:lvl2pPr lvl="1" algn="ctr">
              <a:lnSpc>
                <a:spcPct val="115000"/>
              </a:lnSpc>
              <a:spcBef>
                <a:spcPts val="0"/>
              </a:spcBef>
              <a:spcAft>
                <a:spcPts val="0"/>
              </a:spcAft>
              <a:buNone/>
              <a:defRPr>
                <a:solidFill>
                  <a:schemeClr val="dk1"/>
                </a:solidFill>
              </a:defRPr>
            </a:lvl2pPr>
            <a:lvl3pPr lvl="2" algn="ctr">
              <a:lnSpc>
                <a:spcPct val="115000"/>
              </a:lnSpc>
              <a:spcBef>
                <a:spcPts val="0"/>
              </a:spcBef>
              <a:spcAft>
                <a:spcPts val="0"/>
              </a:spcAft>
              <a:buNone/>
              <a:defRPr>
                <a:solidFill>
                  <a:schemeClr val="dk1"/>
                </a:solidFill>
              </a:defRPr>
            </a:lvl3pPr>
            <a:lvl4pPr lvl="3" algn="ctr">
              <a:lnSpc>
                <a:spcPct val="115000"/>
              </a:lnSpc>
              <a:spcBef>
                <a:spcPts val="0"/>
              </a:spcBef>
              <a:spcAft>
                <a:spcPts val="0"/>
              </a:spcAft>
              <a:buNone/>
              <a:defRPr>
                <a:solidFill>
                  <a:schemeClr val="dk1"/>
                </a:solidFill>
              </a:defRPr>
            </a:lvl4pPr>
            <a:lvl5pPr lvl="4" algn="ctr">
              <a:lnSpc>
                <a:spcPct val="115000"/>
              </a:lnSpc>
              <a:spcBef>
                <a:spcPts val="0"/>
              </a:spcBef>
              <a:spcAft>
                <a:spcPts val="0"/>
              </a:spcAft>
              <a:buNone/>
              <a:defRPr>
                <a:solidFill>
                  <a:schemeClr val="dk1"/>
                </a:solidFill>
              </a:defRPr>
            </a:lvl5pPr>
            <a:lvl6pPr lvl="5" algn="ctr">
              <a:lnSpc>
                <a:spcPct val="115000"/>
              </a:lnSpc>
              <a:spcBef>
                <a:spcPts val="0"/>
              </a:spcBef>
              <a:spcAft>
                <a:spcPts val="0"/>
              </a:spcAft>
              <a:buNone/>
              <a:defRPr>
                <a:solidFill>
                  <a:schemeClr val="dk1"/>
                </a:solidFill>
              </a:defRPr>
            </a:lvl6pPr>
            <a:lvl7pPr lvl="6" algn="ctr">
              <a:lnSpc>
                <a:spcPct val="115000"/>
              </a:lnSpc>
              <a:spcBef>
                <a:spcPts val="0"/>
              </a:spcBef>
              <a:spcAft>
                <a:spcPts val="0"/>
              </a:spcAft>
              <a:buNone/>
              <a:defRPr>
                <a:solidFill>
                  <a:schemeClr val="dk1"/>
                </a:solidFill>
              </a:defRPr>
            </a:lvl7pPr>
            <a:lvl8pPr lvl="7" algn="ctr">
              <a:lnSpc>
                <a:spcPct val="115000"/>
              </a:lnSpc>
              <a:spcBef>
                <a:spcPts val="0"/>
              </a:spcBef>
              <a:spcAft>
                <a:spcPts val="0"/>
              </a:spcAft>
              <a:buNone/>
              <a:defRPr>
                <a:solidFill>
                  <a:schemeClr val="dk1"/>
                </a:solidFill>
              </a:defRPr>
            </a:lvl8pPr>
            <a:lvl9pPr lvl="8" algn="ctr">
              <a:lnSpc>
                <a:spcPct val="115000"/>
              </a:lnSpc>
              <a:spcBef>
                <a:spcPts val="0"/>
              </a:spcBef>
              <a:spcAft>
                <a:spcPts val="0"/>
              </a:spcAft>
              <a:buNone/>
              <a:defRPr>
                <a:solidFill>
                  <a:schemeClr val="dk1"/>
                </a:solidFill>
              </a:defRPr>
            </a:lvl9pPr>
          </a:lstStyle>
          <a:p/>
        </p:txBody>
      </p:sp>
      <p:sp>
        <p:nvSpPr>
          <p:cNvPr id="166" name="Google Shape;166;p24"/>
          <p:cNvSpPr txBox="1"/>
          <p:nvPr>
            <p:ph idx="1" type="subTitle"/>
          </p:nvPr>
        </p:nvSpPr>
        <p:spPr>
          <a:xfrm>
            <a:off x="361975" y="255533"/>
            <a:ext cx="3860100" cy="377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Font typeface="Newsreader"/>
              <a:buNone/>
              <a:defRPr>
                <a:solidFill>
                  <a:schemeClr val="dk1"/>
                </a:solidFill>
              </a:defRPr>
            </a:lvl2pPr>
            <a:lvl3pPr lvl="2">
              <a:spcBef>
                <a:spcPts val="0"/>
              </a:spcBef>
              <a:spcAft>
                <a:spcPts val="0"/>
              </a:spcAft>
              <a:buClr>
                <a:schemeClr val="dk1"/>
              </a:buClr>
              <a:buSzPts val="1400"/>
              <a:buFont typeface="Newsreader"/>
              <a:buNone/>
              <a:defRPr>
                <a:solidFill>
                  <a:schemeClr val="dk1"/>
                </a:solidFill>
              </a:defRPr>
            </a:lvl3pPr>
            <a:lvl4pPr lvl="3">
              <a:spcBef>
                <a:spcPts val="0"/>
              </a:spcBef>
              <a:spcAft>
                <a:spcPts val="0"/>
              </a:spcAft>
              <a:buClr>
                <a:schemeClr val="dk1"/>
              </a:buClr>
              <a:buSzPts val="1400"/>
              <a:buFont typeface="Newsreader"/>
              <a:buNone/>
              <a:defRPr>
                <a:solidFill>
                  <a:schemeClr val="dk1"/>
                </a:solidFill>
              </a:defRPr>
            </a:lvl4pPr>
            <a:lvl5pPr lvl="4">
              <a:spcBef>
                <a:spcPts val="0"/>
              </a:spcBef>
              <a:spcAft>
                <a:spcPts val="0"/>
              </a:spcAft>
              <a:buClr>
                <a:schemeClr val="dk1"/>
              </a:buClr>
              <a:buSzPts val="1400"/>
              <a:buFont typeface="Newsreader"/>
              <a:buNone/>
              <a:defRPr>
                <a:solidFill>
                  <a:schemeClr val="dk1"/>
                </a:solidFill>
              </a:defRPr>
            </a:lvl5pPr>
            <a:lvl6pPr lvl="5">
              <a:spcBef>
                <a:spcPts val="0"/>
              </a:spcBef>
              <a:spcAft>
                <a:spcPts val="0"/>
              </a:spcAft>
              <a:buClr>
                <a:schemeClr val="dk1"/>
              </a:buClr>
              <a:buSzPts val="1400"/>
              <a:buFont typeface="Newsreader"/>
              <a:buNone/>
              <a:defRPr>
                <a:solidFill>
                  <a:schemeClr val="dk1"/>
                </a:solidFill>
              </a:defRPr>
            </a:lvl6pPr>
            <a:lvl7pPr lvl="6">
              <a:spcBef>
                <a:spcPts val="0"/>
              </a:spcBef>
              <a:spcAft>
                <a:spcPts val="0"/>
              </a:spcAft>
              <a:buClr>
                <a:schemeClr val="dk1"/>
              </a:buClr>
              <a:buSzPts val="1400"/>
              <a:buFont typeface="Newsreader"/>
              <a:buNone/>
              <a:defRPr>
                <a:solidFill>
                  <a:schemeClr val="dk1"/>
                </a:solidFill>
              </a:defRPr>
            </a:lvl7pPr>
            <a:lvl8pPr lvl="7">
              <a:spcBef>
                <a:spcPts val="0"/>
              </a:spcBef>
              <a:spcAft>
                <a:spcPts val="0"/>
              </a:spcAft>
              <a:buClr>
                <a:schemeClr val="dk1"/>
              </a:buClr>
              <a:buSzPts val="1400"/>
              <a:buFont typeface="Newsreader"/>
              <a:buNone/>
              <a:defRPr>
                <a:solidFill>
                  <a:schemeClr val="dk1"/>
                </a:solidFill>
              </a:defRPr>
            </a:lvl8pPr>
            <a:lvl9pPr lvl="8">
              <a:spcBef>
                <a:spcPts val="0"/>
              </a:spcBef>
              <a:spcAft>
                <a:spcPts val="0"/>
              </a:spcAft>
              <a:buClr>
                <a:schemeClr val="dk1"/>
              </a:buClr>
              <a:buSzPts val="1400"/>
              <a:buFont typeface="Newsreader"/>
              <a:buNone/>
              <a:defRPr>
                <a:solidFill>
                  <a:schemeClr val="dk1"/>
                </a:solidFill>
              </a:defRPr>
            </a:lvl9pPr>
          </a:lstStyle>
          <a:p/>
        </p:txBody>
      </p:sp>
      <p:sp>
        <p:nvSpPr>
          <p:cNvPr id="167" name="Google Shape;167;p24"/>
          <p:cNvSpPr txBox="1"/>
          <p:nvPr>
            <p:ph idx="3" type="body"/>
          </p:nvPr>
        </p:nvSpPr>
        <p:spPr>
          <a:xfrm>
            <a:off x="547575" y="3337797"/>
            <a:ext cx="3492600" cy="1327500"/>
          </a:xfrm>
          <a:prstGeom prst="rect">
            <a:avLst/>
          </a:prstGeom>
        </p:spPr>
        <p:txBody>
          <a:bodyPr anchorCtr="0" anchor="b" bIns="91425" lIns="91425" spcFirstLastPara="1" rIns="91425" wrap="square" tIns="91425">
            <a:noAutofit/>
          </a:bodyPr>
          <a:lstStyle>
            <a:lvl1pPr indent="-292100" lvl="0" marL="457200" algn="ctr">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ctr">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and Four steps">
  <p:cSld name="CUSTOM_7_1_1_1_1_1_1_1_1_1_1_1_1_1_1_1_1_1_2">
    <p:bg>
      <p:bgPr>
        <a:solidFill>
          <a:schemeClr val="lt1"/>
        </a:solidFill>
      </p:bgPr>
    </p:bg>
    <p:spTree>
      <p:nvGrpSpPr>
        <p:cNvPr id="168" name="Shape 168"/>
        <p:cNvGrpSpPr/>
        <p:nvPr/>
      </p:nvGrpSpPr>
      <p:grpSpPr>
        <a:xfrm>
          <a:off x="0" y="0"/>
          <a:ext cx="0" cy="0"/>
          <a:chOff x="0" y="0"/>
          <a:chExt cx="0" cy="0"/>
        </a:xfrm>
      </p:grpSpPr>
      <p:sp>
        <p:nvSpPr>
          <p:cNvPr id="169" name="Google Shape;169;p2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70" name="Google Shape;170;p2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1" name="Google Shape;171;p25"/>
          <p:cNvSpPr/>
          <p:nvPr/>
        </p:nvSpPr>
        <p:spPr>
          <a:xfrm>
            <a:off x="50" y="2785800"/>
            <a:ext cx="2294400" cy="23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72" name="Google Shape;172;p25"/>
          <p:cNvSpPr/>
          <p:nvPr/>
        </p:nvSpPr>
        <p:spPr>
          <a:xfrm>
            <a:off x="2286125" y="2068875"/>
            <a:ext cx="2294400" cy="30747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73" name="Google Shape;173;p25"/>
          <p:cNvSpPr/>
          <p:nvPr/>
        </p:nvSpPr>
        <p:spPr>
          <a:xfrm>
            <a:off x="4565475" y="1495326"/>
            <a:ext cx="2294400" cy="3648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74" name="Google Shape;174;p25"/>
          <p:cNvSpPr/>
          <p:nvPr/>
        </p:nvSpPr>
        <p:spPr>
          <a:xfrm>
            <a:off x="6849550" y="732775"/>
            <a:ext cx="2294400" cy="44106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75" name="Google Shape;175;p25"/>
          <p:cNvSpPr txBox="1"/>
          <p:nvPr/>
        </p:nvSpPr>
        <p:spPr>
          <a:xfrm>
            <a:off x="375350"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01</a:t>
            </a:r>
            <a:endParaRPr sz="3000">
              <a:solidFill>
                <a:schemeClr val="lt1"/>
              </a:solidFill>
              <a:latin typeface="Newsreader"/>
              <a:ea typeface="Newsreader"/>
              <a:cs typeface="Newsreader"/>
              <a:sym typeface="Newsreader"/>
            </a:endParaRPr>
          </a:p>
        </p:txBody>
      </p:sp>
      <p:sp>
        <p:nvSpPr>
          <p:cNvPr id="176" name="Google Shape;176;p25"/>
          <p:cNvSpPr txBox="1"/>
          <p:nvPr/>
        </p:nvSpPr>
        <p:spPr>
          <a:xfrm>
            <a:off x="2665113"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dk1"/>
                </a:solidFill>
                <a:latin typeface="Newsreader"/>
                <a:ea typeface="Newsreader"/>
                <a:cs typeface="Newsreader"/>
                <a:sym typeface="Newsreader"/>
              </a:rPr>
              <a:t>02</a:t>
            </a:r>
            <a:endParaRPr sz="3000">
              <a:solidFill>
                <a:schemeClr val="dk1"/>
              </a:solidFill>
              <a:latin typeface="Newsreader"/>
              <a:ea typeface="Newsreader"/>
              <a:cs typeface="Newsreader"/>
              <a:sym typeface="Newsreader"/>
            </a:endParaRPr>
          </a:p>
        </p:txBody>
      </p:sp>
      <p:sp>
        <p:nvSpPr>
          <p:cNvPr id="177" name="Google Shape;177;p25"/>
          <p:cNvSpPr txBox="1"/>
          <p:nvPr/>
        </p:nvSpPr>
        <p:spPr>
          <a:xfrm>
            <a:off x="4937688"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03</a:t>
            </a:r>
            <a:endParaRPr sz="3000">
              <a:solidFill>
                <a:schemeClr val="lt1"/>
              </a:solidFill>
              <a:latin typeface="Newsreader"/>
              <a:ea typeface="Newsreader"/>
              <a:cs typeface="Newsreader"/>
              <a:sym typeface="Newsreader"/>
            </a:endParaRPr>
          </a:p>
        </p:txBody>
      </p:sp>
      <p:sp>
        <p:nvSpPr>
          <p:cNvPr id="178" name="Google Shape;178;p25"/>
          <p:cNvSpPr txBox="1"/>
          <p:nvPr/>
        </p:nvSpPr>
        <p:spPr>
          <a:xfrm>
            <a:off x="7230513"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04</a:t>
            </a:r>
            <a:endParaRPr sz="3000">
              <a:solidFill>
                <a:schemeClr val="lt1"/>
              </a:solidFill>
              <a:latin typeface="Newsreader"/>
              <a:ea typeface="Newsreader"/>
              <a:cs typeface="Newsreader"/>
              <a:sym typeface="Newsreader"/>
            </a:endParaRPr>
          </a:p>
        </p:txBody>
      </p:sp>
      <p:sp>
        <p:nvSpPr>
          <p:cNvPr id="179" name="Google Shape;179;p25"/>
          <p:cNvSpPr txBox="1"/>
          <p:nvPr>
            <p:ph type="title"/>
          </p:nvPr>
        </p:nvSpPr>
        <p:spPr>
          <a:xfrm>
            <a:off x="361975" y="988782"/>
            <a:ext cx="3231600" cy="760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200"/>
              <a:buFont typeface="Newsreader"/>
              <a:buNone/>
              <a:defRPr sz="2200">
                <a:solidFill>
                  <a:schemeClr val="dk1"/>
                </a:solidFill>
              </a:defRPr>
            </a:lvl1pPr>
            <a:lvl2pPr lvl="1">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2pPr>
            <a:lvl3pPr lvl="2">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3pPr>
            <a:lvl4pPr lvl="3">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4pPr>
            <a:lvl5pPr lvl="4">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5pPr>
            <a:lvl6pPr lvl="5">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6pPr>
            <a:lvl7pPr lvl="6">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7pPr>
            <a:lvl8pPr lvl="7">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8pPr>
            <a:lvl9pPr lvl="8">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9pPr>
          </a:lstStyle>
          <a:p/>
        </p:txBody>
      </p:sp>
      <p:sp>
        <p:nvSpPr>
          <p:cNvPr id="180" name="Google Shape;180;p25"/>
          <p:cNvSpPr txBox="1"/>
          <p:nvPr>
            <p:ph idx="2" type="subTitle"/>
          </p:nvPr>
        </p:nvSpPr>
        <p:spPr>
          <a:xfrm>
            <a:off x="382691" y="3129231"/>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1" name="Google Shape;181;p25"/>
          <p:cNvSpPr txBox="1"/>
          <p:nvPr>
            <p:ph idx="3" type="subTitle"/>
          </p:nvPr>
        </p:nvSpPr>
        <p:spPr>
          <a:xfrm>
            <a:off x="377048" y="3344302"/>
            <a:ext cx="1689600" cy="9690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
        <p:nvSpPr>
          <p:cNvPr id="182" name="Google Shape;182;p25"/>
          <p:cNvSpPr txBox="1"/>
          <p:nvPr>
            <p:ph idx="4" type="subTitle"/>
          </p:nvPr>
        </p:nvSpPr>
        <p:spPr>
          <a:xfrm>
            <a:off x="2671462" y="2450249"/>
            <a:ext cx="12573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3" name="Google Shape;183;p25"/>
          <p:cNvSpPr txBox="1"/>
          <p:nvPr>
            <p:ph idx="5" type="subTitle"/>
          </p:nvPr>
        </p:nvSpPr>
        <p:spPr>
          <a:xfrm>
            <a:off x="2665825" y="2665171"/>
            <a:ext cx="1689600" cy="1423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84" name="Google Shape;184;p25"/>
          <p:cNvSpPr txBox="1"/>
          <p:nvPr>
            <p:ph idx="6" type="subTitle"/>
          </p:nvPr>
        </p:nvSpPr>
        <p:spPr>
          <a:xfrm>
            <a:off x="4943337" y="1884672"/>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5" name="Google Shape;185;p25"/>
          <p:cNvSpPr txBox="1"/>
          <p:nvPr>
            <p:ph idx="7" type="subTitle"/>
          </p:nvPr>
        </p:nvSpPr>
        <p:spPr>
          <a:xfrm>
            <a:off x="4937700" y="2099593"/>
            <a:ext cx="1689600" cy="16206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
        <p:nvSpPr>
          <p:cNvPr id="186" name="Google Shape;186;p25"/>
          <p:cNvSpPr txBox="1"/>
          <p:nvPr>
            <p:ph idx="8" type="subTitle"/>
          </p:nvPr>
        </p:nvSpPr>
        <p:spPr>
          <a:xfrm>
            <a:off x="7238787" y="1057472"/>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7" name="Google Shape;187;p25"/>
          <p:cNvSpPr txBox="1"/>
          <p:nvPr>
            <p:ph idx="9" type="subTitle"/>
          </p:nvPr>
        </p:nvSpPr>
        <p:spPr>
          <a:xfrm>
            <a:off x="7233150" y="1272358"/>
            <a:ext cx="1689600" cy="21960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Light">
  <p:cSld name="CUSTOM_7_1_1_1_1_1_1_1_1_1_1_1_1_1_1_1_1_1_1_1">
    <p:spTree>
      <p:nvGrpSpPr>
        <p:cNvPr id="188" name="Shape 188"/>
        <p:cNvGrpSpPr/>
        <p:nvPr/>
      </p:nvGrpSpPr>
      <p:grpSpPr>
        <a:xfrm>
          <a:off x="0" y="0"/>
          <a:ext cx="0" cy="0"/>
          <a:chOff x="0" y="0"/>
          <a:chExt cx="0" cy="0"/>
        </a:xfrm>
      </p:grpSpPr>
      <p:sp>
        <p:nvSpPr>
          <p:cNvPr id="189" name="Google Shape;189;p2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90" name="Google Shape;190;p26"/>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1" name="Google Shape;191;p26"/>
          <p:cNvSpPr txBox="1"/>
          <p:nvPr>
            <p:ph type="title"/>
          </p:nvPr>
        </p:nvSpPr>
        <p:spPr>
          <a:xfrm>
            <a:off x="1453650" y="1325938"/>
            <a:ext cx="6236700" cy="2011800"/>
          </a:xfrm>
          <a:prstGeom prst="rect">
            <a:avLst/>
          </a:prstGeom>
        </p:spPr>
        <p:txBody>
          <a:bodyPr anchorCtr="0" anchor="t" bIns="0" lIns="0" spcFirstLastPara="1" rIns="0" wrap="square" tIns="0">
            <a:noAutofit/>
          </a:bodyPr>
          <a:lstStyle>
            <a:lvl1pPr lvl="0">
              <a:spcBef>
                <a:spcPts val="0"/>
              </a:spcBef>
              <a:spcAft>
                <a:spcPts val="0"/>
              </a:spcAft>
              <a:buNone/>
              <a:defRPr sz="2500"/>
            </a:lvl1pPr>
            <a:lvl2pPr lvl="1">
              <a:spcBef>
                <a:spcPts val="0"/>
              </a:spcBef>
              <a:spcAft>
                <a:spcPts val="0"/>
              </a:spcAft>
              <a:buNone/>
              <a:defRPr sz="2500"/>
            </a:lvl2pPr>
            <a:lvl3pPr lvl="2">
              <a:spcBef>
                <a:spcPts val="0"/>
              </a:spcBef>
              <a:spcAft>
                <a:spcPts val="0"/>
              </a:spcAft>
              <a:buNone/>
              <a:defRPr sz="2500"/>
            </a:lvl3pPr>
            <a:lvl4pPr lvl="3">
              <a:spcBef>
                <a:spcPts val="0"/>
              </a:spcBef>
              <a:spcAft>
                <a:spcPts val="0"/>
              </a:spcAft>
              <a:buNone/>
              <a:defRPr sz="2500"/>
            </a:lvl4pPr>
            <a:lvl5pPr lvl="4">
              <a:spcBef>
                <a:spcPts val="0"/>
              </a:spcBef>
              <a:spcAft>
                <a:spcPts val="0"/>
              </a:spcAft>
              <a:buNone/>
              <a:defRPr sz="2500"/>
            </a:lvl5pPr>
            <a:lvl6pPr lvl="5">
              <a:spcBef>
                <a:spcPts val="0"/>
              </a:spcBef>
              <a:spcAft>
                <a:spcPts val="0"/>
              </a:spcAft>
              <a:buNone/>
              <a:defRPr sz="2500"/>
            </a:lvl6pPr>
            <a:lvl7pPr lvl="6">
              <a:spcBef>
                <a:spcPts val="0"/>
              </a:spcBef>
              <a:spcAft>
                <a:spcPts val="0"/>
              </a:spcAft>
              <a:buNone/>
              <a:defRPr sz="2500"/>
            </a:lvl7pPr>
            <a:lvl8pPr lvl="7">
              <a:spcBef>
                <a:spcPts val="0"/>
              </a:spcBef>
              <a:spcAft>
                <a:spcPts val="0"/>
              </a:spcAft>
              <a:buNone/>
              <a:defRPr sz="2500"/>
            </a:lvl8pPr>
            <a:lvl9pPr lvl="8">
              <a:spcBef>
                <a:spcPts val="0"/>
              </a:spcBef>
              <a:spcAft>
                <a:spcPts val="0"/>
              </a:spcAft>
              <a:buNone/>
              <a:defRPr sz="2500"/>
            </a:lvl9pPr>
          </a:lstStyle>
          <a:p/>
        </p:txBody>
      </p:sp>
      <p:sp>
        <p:nvSpPr>
          <p:cNvPr id="192" name="Google Shape;192;p26"/>
          <p:cNvSpPr/>
          <p:nvPr>
            <p:ph idx="2" type="pic"/>
          </p:nvPr>
        </p:nvSpPr>
        <p:spPr>
          <a:xfrm>
            <a:off x="1442350" y="3492500"/>
            <a:ext cx="408900" cy="408900"/>
          </a:xfrm>
          <a:prstGeom prst="ellipse">
            <a:avLst/>
          </a:prstGeom>
          <a:noFill/>
          <a:ln>
            <a:noFill/>
          </a:ln>
        </p:spPr>
      </p:sp>
      <p:sp>
        <p:nvSpPr>
          <p:cNvPr id="193" name="Google Shape;193;p26"/>
          <p:cNvSpPr txBox="1"/>
          <p:nvPr>
            <p:ph idx="3" type="subTitle"/>
          </p:nvPr>
        </p:nvSpPr>
        <p:spPr>
          <a:xfrm>
            <a:off x="1957375" y="3536000"/>
            <a:ext cx="2661600" cy="187800"/>
          </a:xfrm>
          <a:prstGeom prst="rect">
            <a:avLst/>
          </a:prstGeom>
        </p:spPr>
        <p:txBody>
          <a:bodyPr anchorCtr="0" anchor="ctr"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000"/>
              <a:buFont typeface="DM Sans SemiBold"/>
              <a:buNone/>
              <a:defRPr sz="1000">
                <a:latin typeface="DM Sans SemiBold"/>
                <a:ea typeface="DM Sans SemiBold"/>
                <a:cs typeface="DM Sans SemiBold"/>
                <a:sym typeface="DM Sans SemiBold"/>
              </a:defRPr>
            </a:lvl2pPr>
            <a:lvl3pPr lvl="2">
              <a:spcBef>
                <a:spcPts val="0"/>
              </a:spcBef>
              <a:spcAft>
                <a:spcPts val="0"/>
              </a:spcAft>
              <a:buSzPts val="1000"/>
              <a:buFont typeface="DM Sans SemiBold"/>
              <a:buNone/>
              <a:defRPr sz="1000">
                <a:latin typeface="DM Sans SemiBold"/>
                <a:ea typeface="DM Sans SemiBold"/>
                <a:cs typeface="DM Sans SemiBold"/>
                <a:sym typeface="DM Sans SemiBold"/>
              </a:defRPr>
            </a:lvl3pPr>
            <a:lvl4pPr lvl="3">
              <a:spcBef>
                <a:spcPts val="0"/>
              </a:spcBef>
              <a:spcAft>
                <a:spcPts val="0"/>
              </a:spcAft>
              <a:buSzPts val="1000"/>
              <a:buFont typeface="DM Sans SemiBold"/>
              <a:buNone/>
              <a:defRPr sz="1000">
                <a:latin typeface="DM Sans SemiBold"/>
                <a:ea typeface="DM Sans SemiBold"/>
                <a:cs typeface="DM Sans SemiBold"/>
                <a:sym typeface="DM Sans SemiBold"/>
              </a:defRPr>
            </a:lvl4pPr>
            <a:lvl5pPr lvl="4">
              <a:spcBef>
                <a:spcPts val="0"/>
              </a:spcBef>
              <a:spcAft>
                <a:spcPts val="0"/>
              </a:spcAft>
              <a:buSzPts val="1000"/>
              <a:buFont typeface="DM Sans SemiBold"/>
              <a:buNone/>
              <a:defRPr sz="1000">
                <a:latin typeface="DM Sans SemiBold"/>
                <a:ea typeface="DM Sans SemiBold"/>
                <a:cs typeface="DM Sans SemiBold"/>
                <a:sym typeface="DM Sans SemiBold"/>
              </a:defRPr>
            </a:lvl5pPr>
            <a:lvl6pPr lvl="5">
              <a:spcBef>
                <a:spcPts val="0"/>
              </a:spcBef>
              <a:spcAft>
                <a:spcPts val="0"/>
              </a:spcAft>
              <a:buSzPts val="1000"/>
              <a:buFont typeface="DM Sans SemiBold"/>
              <a:buNone/>
              <a:defRPr sz="1000">
                <a:latin typeface="DM Sans SemiBold"/>
                <a:ea typeface="DM Sans SemiBold"/>
                <a:cs typeface="DM Sans SemiBold"/>
                <a:sym typeface="DM Sans SemiBold"/>
              </a:defRPr>
            </a:lvl6pPr>
            <a:lvl7pPr lvl="6">
              <a:spcBef>
                <a:spcPts val="0"/>
              </a:spcBef>
              <a:spcAft>
                <a:spcPts val="0"/>
              </a:spcAft>
              <a:buSzPts val="1000"/>
              <a:buFont typeface="DM Sans SemiBold"/>
              <a:buNone/>
              <a:defRPr sz="1000">
                <a:latin typeface="DM Sans SemiBold"/>
                <a:ea typeface="DM Sans SemiBold"/>
                <a:cs typeface="DM Sans SemiBold"/>
                <a:sym typeface="DM Sans SemiBold"/>
              </a:defRPr>
            </a:lvl7pPr>
            <a:lvl8pPr lvl="7">
              <a:spcBef>
                <a:spcPts val="0"/>
              </a:spcBef>
              <a:spcAft>
                <a:spcPts val="0"/>
              </a:spcAft>
              <a:buSzPts val="1000"/>
              <a:buFont typeface="DM Sans SemiBold"/>
              <a:buNone/>
              <a:defRPr sz="1000">
                <a:latin typeface="DM Sans SemiBold"/>
                <a:ea typeface="DM Sans SemiBold"/>
                <a:cs typeface="DM Sans SemiBold"/>
                <a:sym typeface="DM Sans SemiBold"/>
              </a:defRPr>
            </a:lvl8pPr>
            <a:lvl9pPr lvl="8">
              <a:spcBef>
                <a:spcPts val="0"/>
              </a:spcBef>
              <a:spcAft>
                <a:spcPts val="0"/>
              </a:spcAft>
              <a:buSzPts val="1000"/>
              <a:buFont typeface="DM Sans SemiBold"/>
              <a:buNone/>
              <a:defRPr sz="1000">
                <a:latin typeface="DM Sans SemiBold"/>
                <a:ea typeface="DM Sans SemiBold"/>
                <a:cs typeface="DM Sans SemiBold"/>
                <a:sym typeface="DM Sans SemiBold"/>
              </a:defRPr>
            </a:lvl9pPr>
          </a:lstStyle>
          <a:p/>
        </p:txBody>
      </p:sp>
      <p:sp>
        <p:nvSpPr>
          <p:cNvPr id="194" name="Google Shape;194;p26"/>
          <p:cNvSpPr txBox="1"/>
          <p:nvPr>
            <p:ph idx="4" type="subTitle"/>
          </p:nvPr>
        </p:nvSpPr>
        <p:spPr>
          <a:xfrm>
            <a:off x="1957375" y="3678443"/>
            <a:ext cx="2661600" cy="187800"/>
          </a:xfrm>
          <a:prstGeom prst="rect">
            <a:avLst/>
          </a:prstGeom>
        </p:spPr>
        <p:txBody>
          <a:bodyPr anchorCtr="0" anchor="ctr"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p:cSld name="CUSTOM_7_1_1_1_1_1_1_1_1_1_1_1_1_1_1_1_1_1_1_1_1">
    <p:bg>
      <p:bgPr>
        <a:solidFill>
          <a:schemeClr val="lt1"/>
        </a:solidFill>
      </p:bgPr>
    </p:bg>
    <p:spTree>
      <p:nvGrpSpPr>
        <p:cNvPr id="195" name="Shape 195"/>
        <p:cNvGrpSpPr/>
        <p:nvPr/>
      </p:nvGrpSpPr>
      <p:grpSpPr>
        <a:xfrm>
          <a:off x="0" y="0"/>
          <a:ext cx="0" cy="0"/>
          <a:chOff x="0" y="0"/>
          <a:chExt cx="0" cy="0"/>
        </a:xfrm>
      </p:grpSpPr>
      <p:sp>
        <p:nvSpPr>
          <p:cNvPr id="196" name="Google Shape;196;p2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97" name="Google Shape;197;p27"/>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98" name="Google Shape;198;p27"/>
          <p:cNvSpPr txBox="1"/>
          <p:nvPr>
            <p:ph type="title"/>
          </p:nvPr>
        </p:nvSpPr>
        <p:spPr>
          <a:xfrm>
            <a:off x="1453650" y="1325938"/>
            <a:ext cx="6236700" cy="2011800"/>
          </a:xfrm>
          <a:prstGeom prst="rect">
            <a:avLst/>
          </a:prstGeom>
        </p:spPr>
        <p:txBody>
          <a:bodyPr anchorCtr="0" anchor="t" bIns="0" lIns="0" spcFirstLastPara="1" rIns="0" wrap="square" tIns="0">
            <a:noAutofit/>
          </a:bodyPr>
          <a:lstStyle>
            <a:lvl1pPr lvl="0">
              <a:spcBef>
                <a:spcPts val="0"/>
              </a:spcBef>
              <a:spcAft>
                <a:spcPts val="0"/>
              </a:spcAft>
              <a:buNone/>
              <a:defRPr sz="2500">
                <a:solidFill>
                  <a:schemeClr val="dk1"/>
                </a:solidFill>
              </a:defRPr>
            </a:lvl1pPr>
            <a:lvl2pPr lvl="1">
              <a:spcBef>
                <a:spcPts val="0"/>
              </a:spcBef>
              <a:spcAft>
                <a:spcPts val="0"/>
              </a:spcAft>
              <a:buNone/>
              <a:defRPr sz="2500">
                <a:solidFill>
                  <a:schemeClr val="dk1"/>
                </a:solidFill>
              </a:defRPr>
            </a:lvl2pPr>
            <a:lvl3pPr lvl="2">
              <a:spcBef>
                <a:spcPts val="0"/>
              </a:spcBef>
              <a:spcAft>
                <a:spcPts val="0"/>
              </a:spcAft>
              <a:buNone/>
              <a:defRPr sz="2500">
                <a:solidFill>
                  <a:schemeClr val="dk1"/>
                </a:solidFill>
              </a:defRPr>
            </a:lvl3pPr>
            <a:lvl4pPr lvl="3">
              <a:spcBef>
                <a:spcPts val="0"/>
              </a:spcBef>
              <a:spcAft>
                <a:spcPts val="0"/>
              </a:spcAft>
              <a:buNone/>
              <a:defRPr sz="2500">
                <a:solidFill>
                  <a:schemeClr val="dk1"/>
                </a:solidFill>
              </a:defRPr>
            </a:lvl4pPr>
            <a:lvl5pPr lvl="4">
              <a:spcBef>
                <a:spcPts val="0"/>
              </a:spcBef>
              <a:spcAft>
                <a:spcPts val="0"/>
              </a:spcAft>
              <a:buNone/>
              <a:defRPr sz="2500">
                <a:solidFill>
                  <a:schemeClr val="dk1"/>
                </a:solidFill>
              </a:defRPr>
            </a:lvl5pPr>
            <a:lvl6pPr lvl="5">
              <a:spcBef>
                <a:spcPts val="0"/>
              </a:spcBef>
              <a:spcAft>
                <a:spcPts val="0"/>
              </a:spcAft>
              <a:buNone/>
              <a:defRPr sz="2500">
                <a:solidFill>
                  <a:schemeClr val="dk1"/>
                </a:solidFill>
              </a:defRPr>
            </a:lvl6pPr>
            <a:lvl7pPr lvl="6">
              <a:spcBef>
                <a:spcPts val="0"/>
              </a:spcBef>
              <a:spcAft>
                <a:spcPts val="0"/>
              </a:spcAft>
              <a:buNone/>
              <a:defRPr sz="2500">
                <a:solidFill>
                  <a:schemeClr val="dk1"/>
                </a:solidFill>
              </a:defRPr>
            </a:lvl7pPr>
            <a:lvl8pPr lvl="7">
              <a:spcBef>
                <a:spcPts val="0"/>
              </a:spcBef>
              <a:spcAft>
                <a:spcPts val="0"/>
              </a:spcAft>
              <a:buNone/>
              <a:defRPr sz="2500">
                <a:solidFill>
                  <a:schemeClr val="dk1"/>
                </a:solidFill>
              </a:defRPr>
            </a:lvl8pPr>
            <a:lvl9pPr lvl="8">
              <a:spcBef>
                <a:spcPts val="0"/>
              </a:spcBef>
              <a:spcAft>
                <a:spcPts val="0"/>
              </a:spcAft>
              <a:buNone/>
              <a:defRPr sz="2500">
                <a:solidFill>
                  <a:schemeClr val="dk1"/>
                </a:solidFill>
              </a:defRPr>
            </a:lvl9pPr>
          </a:lstStyle>
          <a:p/>
        </p:txBody>
      </p:sp>
      <p:sp>
        <p:nvSpPr>
          <p:cNvPr id="199" name="Google Shape;199;p27"/>
          <p:cNvSpPr/>
          <p:nvPr>
            <p:ph idx="2" type="pic"/>
          </p:nvPr>
        </p:nvSpPr>
        <p:spPr>
          <a:xfrm>
            <a:off x="1442350" y="3492500"/>
            <a:ext cx="408900" cy="408900"/>
          </a:xfrm>
          <a:prstGeom prst="ellipse">
            <a:avLst/>
          </a:prstGeom>
          <a:noFill/>
          <a:ln>
            <a:noFill/>
          </a:ln>
        </p:spPr>
      </p:sp>
      <p:sp>
        <p:nvSpPr>
          <p:cNvPr id="200" name="Google Shape;200;p27"/>
          <p:cNvSpPr txBox="1"/>
          <p:nvPr>
            <p:ph idx="3" type="subTitle"/>
          </p:nvPr>
        </p:nvSpPr>
        <p:spPr>
          <a:xfrm>
            <a:off x="1957375" y="3536000"/>
            <a:ext cx="2661600" cy="187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2pPr>
            <a:lvl3pPr lvl="2">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3pPr>
            <a:lvl4pPr lvl="3">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4pPr>
            <a:lvl5pPr lvl="4">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5pPr>
            <a:lvl6pPr lvl="5">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6pPr>
            <a:lvl7pPr lvl="6">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7pPr>
            <a:lvl8pPr lvl="7">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8pPr>
            <a:lvl9pPr lvl="8">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9pPr>
          </a:lstStyle>
          <a:p/>
        </p:txBody>
      </p:sp>
      <p:sp>
        <p:nvSpPr>
          <p:cNvPr id="201" name="Google Shape;201;p27"/>
          <p:cNvSpPr txBox="1"/>
          <p:nvPr>
            <p:ph idx="4" type="subTitle"/>
          </p:nvPr>
        </p:nvSpPr>
        <p:spPr>
          <a:xfrm>
            <a:off x="1957375" y="3678443"/>
            <a:ext cx="2661600" cy="187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modules">
  <p:cSld name="CUSTOM">
    <p:bg>
      <p:bgPr>
        <a:solidFill>
          <a:schemeClr val="lt1"/>
        </a:solidFill>
      </p:bgPr>
    </p:bg>
    <p:spTree>
      <p:nvGrpSpPr>
        <p:cNvPr id="202" name="Shape 202"/>
        <p:cNvGrpSpPr/>
        <p:nvPr/>
      </p:nvGrpSpPr>
      <p:grpSpPr>
        <a:xfrm>
          <a:off x="0" y="0"/>
          <a:ext cx="0" cy="0"/>
          <a:chOff x="0" y="0"/>
          <a:chExt cx="0" cy="0"/>
        </a:xfrm>
      </p:grpSpPr>
      <p:sp>
        <p:nvSpPr>
          <p:cNvPr id="203" name="Google Shape;203;p28"/>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04" name="Google Shape;204;p28"/>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05" name="Google Shape;205;p28"/>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06" name="Google Shape;206;p28"/>
          <p:cNvSpPr txBox="1"/>
          <p:nvPr>
            <p:ph idx="3" type="body"/>
          </p:nvPr>
        </p:nvSpPr>
        <p:spPr>
          <a:xfrm>
            <a:off x="361975" y="3256513"/>
            <a:ext cx="3860100" cy="1327500"/>
          </a:xfrm>
          <a:prstGeom prst="rect">
            <a:avLst/>
          </a:prstGeom>
        </p:spPr>
        <p:txBody>
          <a:bodyPr anchorCtr="0" anchor="b"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207" name="Google Shape;207;p28"/>
          <p:cNvSpPr txBox="1"/>
          <p:nvPr>
            <p:ph idx="4" type="title"/>
          </p:nvPr>
        </p:nvSpPr>
        <p:spPr>
          <a:xfrm>
            <a:off x="4800825" y="258072"/>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208" name="Google Shape;208;p28"/>
          <p:cNvSpPr txBox="1"/>
          <p:nvPr>
            <p:ph idx="5" type="title"/>
          </p:nvPr>
        </p:nvSpPr>
        <p:spPr>
          <a:xfrm>
            <a:off x="7094925" y="258072"/>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09" name="Google Shape;209;p28"/>
          <p:cNvSpPr txBox="1"/>
          <p:nvPr>
            <p:ph idx="6" type="title"/>
          </p:nvPr>
        </p:nvSpPr>
        <p:spPr>
          <a:xfrm>
            <a:off x="4800825" y="1698225"/>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10" name="Google Shape;210;p28"/>
          <p:cNvSpPr txBox="1"/>
          <p:nvPr>
            <p:ph idx="7" type="body"/>
          </p:nvPr>
        </p:nvSpPr>
        <p:spPr>
          <a:xfrm>
            <a:off x="4800825" y="4122308"/>
            <a:ext cx="39759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211" name="Google Shape;211;p28"/>
          <p:cNvSpPr txBox="1"/>
          <p:nvPr>
            <p:ph idx="8" type="title"/>
          </p:nvPr>
        </p:nvSpPr>
        <p:spPr>
          <a:xfrm>
            <a:off x="4800825" y="3215225"/>
            <a:ext cx="3975900" cy="798900"/>
          </a:xfrm>
          <a:prstGeom prst="rect">
            <a:avLst/>
          </a:prstGeom>
        </p:spPr>
        <p:txBody>
          <a:bodyPr anchorCtr="0" anchor="t" bIns="0" lIns="0" spcFirstLastPara="1" rIns="0" wrap="square" tIns="0">
            <a:noAutofit/>
          </a:bodyPr>
          <a:lstStyle>
            <a:lvl1pPr lvl="0">
              <a:spcBef>
                <a:spcPts val="0"/>
              </a:spcBef>
              <a:spcAft>
                <a:spcPts val="0"/>
              </a:spcAft>
              <a:buNone/>
              <a:defRPr sz="6200"/>
            </a:lvl1pPr>
            <a:lvl2pPr lvl="1">
              <a:spcBef>
                <a:spcPts val="0"/>
              </a:spcBef>
              <a:spcAft>
                <a:spcPts val="0"/>
              </a:spcAft>
              <a:buNone/>
              <a:defRPr sz="2200">
                <a:solidFill>
                  <a:schemeClr val="dk1"/>
                </a:solidFill>
              </a:defRPr>
            </a:lvl2pPr>
            <a:lvl3pPr lvl="2">
              <a:spcBef>
                <a:spcPts val="0"/>
              </a:spcBef>
              <a:spcAft>
                <a:spcPts val="0"/>
              </a:spcAft>
              <a:buNone/>
              <a:defRPr sz="2200">
                <a:solidFill>
                  <a:schemeClr val="dk1"/>
                </a:solidFill>
              </a:defRPr>
            </a:lvl3pPr>
            <a:lvl4pPr lvl="3">
              <a:spcBef>
                <a:spcPts val="0"/>
              </a:spcBef>
              <a:spcAft>
                <a:spcPts val="0"/>
              </a:spcAft>
              <a:buNone/>
              <a:defRPr sz="2200">
                <a:solidFill>
                  <a:schemeClr val="dk1"/>
                </a:solidFill>
              </a:defRPr>
            </a:lvl4pPr>
            <a:lvl5pPr lvl="4">
              <a:spcBef>
                <a:spcPts val="0"/>
              </a:spcBef>
              <a:spcAft>
                <a:spcPts val="0"/>
              </a:spcAft>
              <a:buNone/>
              <a:defRPr sz="2200">
                <a:solidFill>
                  <a:schemeClr val="dk1"/>
                </a:solidFill>
              </a:defRPr>
            </a:lvl5pPr>
            <a:lvl6pPr lvl="5">
              <a:spcBef>
                <a:spcPts val="0"/>
              </a:spcBef>
              <a:spcAft>
                <a:spcPts val="0"/>
              </a:spcAft>
              <a:buNone/>
              <a:defRPr sz="2200">
                <a:solidFill>
                  <a:schemeClr val="dk1"/>
                </a:solidFill>
              </a:defRPr>
            </a:lvl6pPr>
            <a:lvl7pPr lvl="6">
              <a:spcBef>
                <a:spcPts val="0"/>
              </a:spcBef>
              <a:spcAft>
                <a:spcPts val="0"/>
              </a:spcAft>
              <a:buNone/>
              <a:defRPr sz="2200">
                <a:solidFill>
                  <a:schemeClr val="dk1"/>
                </a:solidFill>
              </a:defRPr>
            </a:lvl7pPr>
            <a:lvl8pPr lvl="7">
              <a:spcBef>
                <a:spcPts val="0"/>
              </a:spcBef>
              <a:spcAft>
                <a:spcPts val="0"/>
              </a:spcAft>
              <a:buNone/>
              <a:defRPr sz="2200">
                <a:solidFill>
                  <a:schemeClr val="dk1"/>
                </a:solidFill>
              </a:defRPr>
            </a:lvl8pPr>
            <a:lvl9pPr lvl="8">
              <a:spcBef>
                <a:spcPts val="0"/>
              </a:spcBef>
              <a:spcAft>
                <a:spcPts val="0"/>
              </a:spcAft>
              <a:buNone/>
              <a:defRPr sz="2200">
                <a:solidFill>
                  <a:schemeClr val="dk1"/>
                </a:solidFill>
              </a:defRPr>
            </a:lvl9pPr>
          </a:lstStyle>
          <a:p/>
        </p:txBody>
      </p:sp>
      <p:sp>
        <p:nvSpPr>
          <p:cNvPr id="212" name="Google Shape;212;p28"/>
          <p:cNvSpPr txBox="1"/>
          <p:nvPr>
            <p:ph idx="9" type="body"/>
          </p:nvPr>
        </p:nvSpPr>
        <p:spPr>
          <a:xfrm>
            <a:off x="4800825" y="22687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13" name="Google Shape;213;p28"/>
          <p:cNvSpPr txBox="1"/>
          <p:nvPr>
            <p:ph idx="13" type="body"/>
          </p:nvPr>
        </p:nvSpPr>
        <p:spPr>
          <a:xfrm>
            <a:off x="7115650" y="22687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14" name="Google Shape;214;p28"/>
          <p:cNvSpPr txBox="1"/>
          <p:nvPr>
            <p:ph idx="14" type="body"/>
          </p:nvPr>
        </p:nvSpPr>
        <p:spPr>
          <a:xfrm>
            <a:off x="4800825" y="8601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modules">
  <p:cSld name="CUSTOM_1">
    <p:bg>
      <p:bgPr>
        <a:solidFill>
          <a:schemeClr val="lt1"/>
        </a:solidFill>
      </p:bgPr>
    </p:bg>
    <p:spTree>
      <p:nvGrpSpPr>
        <p:cNvPr id="215" name="Shape 215"/>
        <p:cNvGrpSpPr/>
        <p:nvPr/>
      </p:nvGrpSpPr>
      <p:grpSpPr>
        <a:xfrm>
          <a:off x="0" y="0"/>
          <a:ext cx="0" cy="0"/>
          <a:chOff x="0" y="0"/>
          <a:chExt cx="0" cy="0"/>
        </a:xfrm>
      </p:grpSpPr>
      <p:sp>
        <p:nvSpPr>
          <p:cNvPr id="216" name="Google Shape;216;p29"/>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17" name="Google Shape;217;p29"/>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18" name="Google Shape;218;p29"/>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19" name="Google Shape;219;p29"/>
          <p:cNvSpPr txBox="1"/>
          <p:nvPr>
            <p:ph idx="3" type="body"/>
          </p:nvPr>
        </p:nvSpPr>
        <p:spPr>
          <a:xfrm>
            <a:off x="4800825" y="3665600"/>
            <a:ext cx="3975900" cy="1114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20" name="Google Shape;220;p29"/>
          <p:cNvSpPr txBox="1"/>
          <p:nvPr>
            <p:ph idx="4" type="subTitle"/>
          </p:nvPr>
        </p:nvSpPr>
        <p:spPr>
          <a:xfrm>
            <a:off x="4800825" y="3285232"/>
            <a:ext cx="39759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221" name="Google Shape;221;p29"/>
          <p:cNvSpPr txBox="1"/>
          <p:nvPr>
            <p:ph idx="5" type="body"/>
          </p:nvPr>
        </p:nvSpPr>
        <p:spPr>
          <a:xfrm>
            <a:off x="2611802" y="3665600"/>
            <a:ext cx="1627500" cy="11142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Font typeface="DM Sans"/>
              <a:buChar char="●"/>
              <a:defRPr sz="1000"/>
            </a:lvl1pPr>
            <a:lvl2pPr indent="-292100" lvl="1" marL="914400">
              <a:lnSpc>
                <a:spcPct val="100000"/>
              </a:lnSpc>
              <a:spcBef>
                <a:spcPts val="800"/>
              </a:spcBef>
              <a:spcAft>
                <a:spcPts val="0"/>
              </a:spcAft>
              <a:buSzPts val="1000"/>
              <a:buFont typeface="DM Sans"/>
              <a:buChar char="○"/>
              <a:defRPr sz="1000"/>
            </a:lvl2pPr>
            <a:lvl3pPr indent="-292100" lvl="2" marL="1371600">
              <a:lnSpc>
                <a:spcPct val="100000"/>
              </a:lnSpc>
              <a:spcBef>
                <a:spcPts val="800"/>
              </a:spcBef>
              <a:spcAft>
                <a:spcPts val="0"/>
              </a:spcAft>
              <a:buSzPts val="1000"/>
              <a:buFont typeface="DM Sans"/>
              <a:buChar char="■"/>
              <a:defRPr sz="1000"/>
            </a:lvl3pPr>
            <a:lvl4pPr indent="-292100" lvl="3" marL="1828800">
              <a:lnSpc>
                <a:spcPct val="100000"/>
              </a:lnSpc>
              <a:spcBef>
                <a:spcPts val="800"/>
              </a:spcBef>
              <a:spcAft>
                <a:spcPts val="0"/>
              </a:spcAft>
              <a:buSzPts val="1000"/>
              <a:buFont typeface="DM Sans"/>
              <a:buChar char="●"/>
              <a:defRPr sz="1000"/>
            </a:lvl4pPr>
            <a:lvl5pPr indent="-292100" lvl="4" marL="2286000">
              <a:lnSpc>
                <a:spcPct val="100000"/>
              </a:lnSpc>
              <a:spcBef>
                <a:spcPts val="800"/>
              </a:spcBef>
              <a:spcAft>
                <a:spcPts val="0"/>
              </a:spcAft>
              <a:buSzPts val="1000"/>
              <a:buFont typeface="DM Sans"/>
              <a:buChar char="○"/>
              <a:defRPr sz="1000"/>
            </a:lvl5pPr>
            <a:lvl6pPr indent="-292100" lvl="5" marL="2743200">
              <a:lnSpc>
                <a:spcPct val="100000"/>
              </a:lnSpc>
              <a:spcBef>
                <a:spcPts val="800"/>
              </a:spcBef>
              <a:spcAft>
                <a:spcPts val="0"/>
              </a:spcAft>
              <a:buSzPts val="1000"/>
              <a:buFont typeface="DM Sans"/>
              <a:buChar char="■"/>
              <a:defRPr sz="1000"/>
            </a:lvl6pPr>
            <a:lvl7pPr indent="-292100" lvl="6" marL="3200400">
              <a:lnSpc>
                <a:spcPct val="100000"/>
              </a:lnSpc>
              <a:spcBef>
                <a:spcPts val="800"/>
              </a:spcBef>
              <a:spcAft>
                <a:spcPts val="0"/>
              </a:spcAft>
              <a:buSzPts val="1000"/>
              <a:buFont typeface="DM Sans"/>
              <a:buChar char="●"/>
              <a:defRPr sz="1000"/>
            </a:lvl7pPr>
            <a:lvl8pPr indent="-292100" lvl="7" marL="3657600">
              <a:lnSpc>
                <a:spcPct val="100000"/>
              </a:lnSpc>
              <a:spcBef>
                <a:spcPts val="800"/>
              </a:spcBef>
              <a:spcAft>
                <a:spcPts val="0"/>
              </a:spcAft>
              <a:buSzPts val="1000"/>
              <a:buFont typeface="DM Sans"/>
              <a:buChar char="○"/>
              <a:defRPr sz="1000"/>
            </a:lvl8pPr>
            <a:lvl9pPr indent="-292100" lvl="8" marL="4114800">
              <a:lnSpc>
                <a:spcPct val="100000"/>
              </a:lnSpc>
              <a:spcBef>
                <a:spcPts val="800"/>
              </a:spcBef>
              <a:spcAft>
                <a:spcPts val="800"/>
              </a:spcAft>
              <a:buSzPts val="1000"/>
              <a:buFont typeface="DM Sans"/>
              <a:buChar char="■"/>
              <a:defRPr sz="1000"/>
            </a:lvl9pPr>
          </a:lstStyle>
          <a:p/>
        </p:txBody>
      </p:sp>
      <p:sp>
        <p:nvSpPr>
          <p:cNvPr id="222" name="Google Shape;222;p29"/>
          <p:cNvSpPr txBox="1"/>
          <p:nvPr>
            <p:ph idx="6" type="subTitle"/>
          </p:nvPr>
        </p:nvSpPr>
        <p:spPr>
          <a:xfrm>
            <a:off x="2611802" y="3285232"/>
            <a:ext cx="1627500" cy="187800"/>
          </a:xfrm>
          <a:prstGeom prst="rect">
            <a:avLst/>
          </a:prstGeom>
        </p:spPr>
        <p:txBody>
          <a:bodyPr anchorCtr="0" anchor="t" bIns="0" lIns="0" spcFirstLastPara="1" rIns="0" wrap="square" tIns="0">
            <a:sp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23" name="Google Shape;223;p29"/>
          <p:cNvSpPr txBox="1"/>
          <p:nvPr>
            <p:ph idx="7" type="body"/>
          </p:nvPr>
        </p:nvSpPr>
        <p:spPr>
          <a:xfrm>
            <a:off x="361977" y="3665600"/>
            <a:ext cx="1627500" cy="1114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24" name="Google Shape;224;p29"/>
          <p:cNvSpPr txBox="1"/>
          <p:nvPr>
            <p:ph idx="8" type="subTitle"/>
          </p:nvPr>
        </p:nvSpPr>
        <p:spPr>
          <a:xfrm>
            <a:off x="361977" y="3285232"/>
            <a:ext cx="16275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225" name="Google Shape;225;p29"/>
          <p:cNvSpPr txBox="1"/>
          <p:nvPr>
            <p:ph idx="9" type="body"/>
          </p:nvPr>
        </p:nvSpPr>
        <p:spPr>
          <a:xfrm>
            <a:off x="4900725" y="1196103"/>
            <a:ext cx="1627500" cy="1385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26" name="Google Shape;226;p29"/>
          <p:cNvSpPr txBox="1"/>
          <p:nvPr>
            <p:ph idx="13" type="subTitle"/>
          </p:nvPr>
        </p:nvSpPr>
        <p:spPr>
          <a:xfrm>
            <a:off x="4900725" y="706863"/>
            <a:ext cx="16275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227" name="Google Shape;227;p29"/>
          <p:cNvSpPr txBox="1"/>
          <p:nvPr>
            <p:ph idx="14" type="body"/>
          </p:nvPr>
        </p:nvSpPr>
        <p:spPr>
          <a:xfrm>
            <a:off x="7149175" y="1196103"/>
            <a:ext cx="1627500" cy="1385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228" name="Google Shape;228;p29"/>
          <p:cNvSpPr txBox="1"/>
          <p:nvPr>
            <p:ph idx="15" type="subTitle"/>
          </p:nvPr>
        </p:nvSpPr>
        <p:spPr>
          <a:xfrm>
            <a:off x="7149175" y="706863"/>
            <a:ext cx="1627500" cy="187800"/>
          </a:xfrm>
          <a:prstGeom prst="rect">
            <a:avLst/>
          </a:prstGeom>
        </p:spPr>
        <p:txBody>
          <a:bodyPr anchorCtr="0" anchor="t" bIns="0" lIns="0" spcFirstLastPara="1" rIns="0" wrap="square" tIns="0">
            <a:sp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29" name="Google Shape;229;p2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modules">
  <p:cSld name="CUSTOM_1_1">
    <p:bg>
      <p:bgPr>
        <a:solidFill>
          <a:schemeClr val="lt1"/>
        </a:solidFill>
      </p:bgPr>
    </p:bg>
    <p:spTree>
      <p:nvGrpSpPr>
        <p:cNvPr id="230" name="Shape 230"/>
        <p:cNvGrpSpPr/>
        <p:nvPr/>
      </p:nvGrpSpPr>
      <p:grpSpPr>
        <a:xfrm>
          <a:off x="0" y="0"/>
          <a:ext cx="0" cy="0"/>
          <a:chOff x="0" y="0"/>
          <a:chExt cx="0" cy="0"/>
        </a:xfrm>
      </p:grpSpPr>
      <p:sp>
        <p:nvSpPr>
          <p:cNvPr id="231" name="Google Shape;231;p30"/>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32" name="Google Shape;232;p30"/>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33" name="Google Shape;233;p3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34" name="Google Shape;234;p30"/>
          <p:cNvSpPr txBox="1"/>
          <p:nvPr>
            <p:ph type="title"/>
          </p:nvPr>
        </p:nvSpPr>
        <p:spPr>
          <a:xfrm>
            <a:off x="5796575" y="2351325"/>
            <a:ext cx="9895200" cy="710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6200">
                <a:solidFill>
                  <a:schemeClr val="dk1"/>
                </a:solidFill>
              </a:defRPr>
            </a:lvl1pPr>
            <a:lvl2pPr lvl="1">
              <a:lnSpc>
                <a:spcPct val="90000"/>
              </a:lnSpc>
              <a:spcBef>
                <a:spcPts val="0"/>
              </a:spcBef>
              <a:spcAft>
                <a:spcPts val="0"/>
              </a:spcAft>
              <a:buNone/>
              <a:defRPr sz="6200">
                <a:solidFill>
                  <a:schemeClr val="dk1"/>
                </a:solidFill>
              </a:defRPr>
            </a:lvl2pPr>
            <a:lvl3pPr lvl="2">
              <a:lnSpc>
                <a:spcPct val="90000"/>
              </a:lnSpc>
              <a:spcBef>
                <a:spcPts val="0"/>
              </a:spcBef>
              <a:spcAft>
                <a:spcPts val="0"/>
              </a:spcAft>
              <a:buNone/>
              <a:defRPr sz="6200">
                <a:solidFill>
                  <a:schemeClr val="dk1"/>
                </a:solidFill>
              </a:defRPr>
            </a:lvl3pPr>
            <a:lvl4pPr lvl="3">
              <a:lnSpc>
                <a:spcPct val="90000"/>
              </a:lnSpc>
              <a:spcBef>
                <a:spcPts val="0"/>
              </a:spcBef>
              <a:spcAft>
                <a:spcPts val="0"/>
              </a:spcAft>
              <a:buNone/>
              <a:defRPr sz="6200">
                <a:solidFill>
                  <a:schemeClr val="dk1"/>
                </a:solidFill>
              </a:defRPr>
            </a:lvl4pPr>
            <a:lvl5pPr lvl="4">
              <a:lnSpc>
                <a:spcPct val="90000"/>
              </a:lnSpc>
              <a:spcBef>
                <a:spcPts val="0"/>
              </a:spcBef>
              <a:spcAft>
                <a:spcPts val="0"/>
              </a:spcAft>
              <a:buNone/>
              <a:defRPr sz="6200">
                <a:solidFill>
                  <a:schemeClr val="dk1"/>
                </a:solidFill>
              </a:defRPr>
            </a:lvl5pPr>
            <a:lvl6pPr lvl="5">
              <a:lnSpc>
                <a:spcPct val="90000"/>
              </a:lnSpc>
              <a:spcBef>
                <a:spcPts val="0"/>
              </a:spcBef>
              <a:spcAft>
                <a:spcPts val="0"/>
              </a:spcAft>
              <a:buNone/>
              <a:defRPr sz="6200">
                <a:solidFill>
                  <a:schemeClr val="dk1"/>
                </a:solidFill>
              </a:defRPr>
            </a:lvl6pPr>
            <a:lvl7pPr lvl="6">
              <a:lnSpc>
                <a:spcPct val="90000"/>
              </a:lnSpc>
              <a:spcBef>
                <a:spcPts val="0"/>
              </a:spcBef>
              <a:spcAft>
                <a:spcPts val="0"/>
              </a:spcAft>
              <a:buNone/>
              <a:defRPr sz="6200">
                <a:solidFill>
                  <a:schemeClr val="dk1"/>
                </a:solidFill>
              </a:defRPr>
            </a:lvl7pPr>
            <a:lvl8pPr lvl="7">
              <a:lnSpc>
                <a:spcPct val="90000"/>
              </a:lnSpc>
              <a:spcBef>
                <a:spcPts val="0"/>
              </a:spcBef>
              <a:spcAft>
                <a:spcPts val="0"/>
              </a:spcAft>
              <a:buNone/>
              <a:defRPr sz="6200">
                <a:solidFill>
                  <a:schemeClr val="dk1"/>
                </a:solidFill>
              </a:defRPr>
            </a:lvl8pPr>
            <a:lvl9pPr lvl="8">
              <a:lnSpc>
                <a:spcPct val="90000"/>
              </a:lnSpc>
              <a:spcBef>
                <a:spcPts val="0"/>
              </a:spcBef>
              <a:spcAft>
                <a:spcPts val="0"/>
              </a:spcAft>
              <a:buNone/>
              <a:defRPr sz="6200">
                <a:solidFill>
                  <a:schemeClr val="dk1"/>
                </a:solidFill>
              </a:defRPr>
            </a:lvl9pPr>
          </a:lstStyle>
          <a:p/>
        </p:txBody>
      </p:sp>
      <p:sp>
        <p:nvSpPr>
          <p:cNvPr id="235" name="Google Shape;235;p30"/>
          <p:cNvSpPr txBox="1"/>
          <p:nvPr>
            <p:ph idx="3" type="title"/>
          </p:nvPr>
        </p:nvSpPr>
        <p:spPr>
          <a:xfrm>
            <a:off x="5796575" y="507450"/>
            <a:ext cx="9895200" cy="710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6200"/>
            </a:lvl1pPr>
            <a:lvl2pPr lvl="1">
              <a:lnSpc>
                <a:spcPct val="90000"/>
              </a:lnSpc>
              <a:spcBef>
                <a:spcPts val="0"/>
              </a:spcBef>
              <a:spcAft>
                <a:spcPts val="0"/>
              </a:spcAft>
              <a:buNone/>
              <a:defRPr sz="6200"/>
            </a:lvl2pPr>
            <a:lvl3pPr lvl="2">
              <a:lnSpc>
                <a:spcPct val="90000"/>
              </a:lnSpc>
              <a:spcBef>
                <a:spcPts val="0"/>
              </a:spcBef>
              <a:spcAft>
                <a:spcPts val="0"/>
              </a:spcAft>
              <a:buNone/>
              <a:defRPr sz="6200"/>
            </a:lvl3pPr>
            <a:lvl4pPr lvl="3">
              <a:lnSpc>
                <a:spcPct val="90000"/>
              </a:lnSpc>
              <a:spcBef>
                <a:spcPts val="0"/>
              </a:spcBef>
              <a:spcAft>
                <a:spcPts val="0"/>
              </a:spcAft>
              <a:buNone/>
              <a:defRPr sz="6200"/>
            </a:lvl4pPr>
            <a:lvl5pPr lvl="4">
              <a:lnSpc>
                <a:spcPct val="90000"/>
              </a:lnSpc>
              <a:spcBef>
                <a:spcPts val="0"/>
              </a:spcBef>
              <a:spcAft>
                <a:spcPts val="0"/>
              </a:spcAft>
              <a:buNone/>
              <a:defRPr sz="6200"/>
            </a:lvl5pPr>
            <a:lvl6pPr lvl="5">
              <a:lnSpc>
                <a:spcPct val="90000"/>
              </a:lnSpc>
              <a:spcBef>
                <a:spcPts val="0"/>
              </a:spcBef>
              <a:spcAft>
                <a:spcPts val="0"/>
              </a:spcAft>
              <a:buNone/>
              <a:defRPr sz="6200"/>
            </a:lvl6pPr>
            <a:lvl7pPr lvl="6">
              <a:lnSpc>
                <a:spcPct val="90000"/>
              </a:lnSpc>
              <a:spcBef>
                <a:spcPts val="0"/>
              </a:spcBef>
              <a:spcAft>
                <a:spcPts val="0"/>
              </a:spcAft>
              <a:buNone/>
              <a:defRPr sz="6200"/>
            </a:lvl7pPr>
            <a:lvl8pPr lvl="7">
              <a:lnSpc>
                <a:spcPct val="90000"/>
              </a:lnSpc>
              <a:spcBef>
                <a:spcPts val="0"/>
              </a:spcBef>
              <a:spcAft>
                <a:spcPts val="0"/>
              </a:spcAft>
              <a:buNone/>
              <a:defRPr sz="6200"/>
            </a:lvl8pPr>
            <a:lvl9pPr lvl="8">
              <a:lnSpc>
                <a:spcPct val="90000"/>
              </a:lnSpc>
              <a:spcBef>
                <a:spcPts val="0"/>
              </a:spcBef>
              <a:spcAft>
                <a:spcPts val="0"/>
              </a:spcAft>
              <a:buNone/>
              <a:defRPr sz="6200"/>
            </a:lvl9pPr>
          </a:lstStyle>
          <a:p/>
        </p:txBody>
      </p:sp>
      <p:sp>
        <p:nvSpPr>
          <p:cNvPr id="236" name="Google Shape;236;p30"/>
          <p:cNvSpPr txBox="1"/>
          <p:nvPr>
            <p:ph idx="4" type="subTitle"/>
          </p:nvPr>
        </p:nvSpPr>
        <p:spPr>
          <a:xfrm>
            <a:off x="5712600" y="4290612"/>
            <a:ext cx="2613300" cy="543900"/>
          </a:xfrm>
          <a:prstGeom prst="rect">
            <a:avLst/>
          </a:prstGeom>
        </p:spPr>
        <p:txBody>
          <a:bodyPr anchorCtr="0" anchor="b" bIns="0" lIns="0" spcFirstLastPara="1" rIns="0" wrap="square" tIns="0">
            <a:no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237" name="Google Shape;237;p30"/>
          <p:cNvSpPr txBox="1"/>
          <p:nvPr>
            <p:ph idx="5" type="subTitle"/>
          </p:nvPr>
        </p:nvSpPr>
        <p:spPr>
          <a:xfrm>
            <a:off x="5712600" y="3243901"/>
            <a:ext cx="2613300" cy="4323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
        <p:nvSpPr>
          <p:cNvPr id="238" name="Google Shape;238;p30"/>
          <p:cNvSpPr txBox="1"/>
          <p:nvPr>
            <p:ph idx="6" type="subTitle"/>
          </p:nvPr>
        </p:nvSpPr>
        <p:spPr>
          <a:xfrm>
            <a:off x="5712600" y="1318375"/>
            <a:ext cx="2613300" cy="483000"/>
          </a:xfrm>
          <a:prstGeom prst="rect">
            <a:avLst/>
          </a:prstGeom>
        </p:spPr>
        <p:txBody>
          <a:bodyPr anchorCtr="0" anchor="b" bIns="0" lIns="0" spcFirstLastPara="1" rIns="0" wrap="square" tIns="0">
            <a:no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modules">
  <p:cSld name="CUSTOM_1_1_1">
    <p:spTree>
      <p:nvGrpSpPr>
        <p:cNvPr id="239" name="Shape 239"/>
        <p:cNvGrpSpPr/>
        <p:nvPr/>
      </p:nvGrpSpPr>
      <p:grpSpPr>
        <a:xfrm>
          <a:off x="0" y="0"/>
          <a:ext cx="0" cy="0"/>
          <a:chOff x="0" y="0"/>
          <a:chExt cx="0" cy="0"/>
        </a:xfrm>
      </p:grpSpPr>
      <p:sp>
        <p:nvSpPr>
          <p:cNvPr id="240" name="Google Shape;240;p31"/>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1" name="Google Shape;241;p31"/>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2" name="Google Shape;242;p3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43" name="Google Shape;243;p31"/>
          <p:cNvSpPr txBox="1"/>
          <p:nvPr>
            <p:ph type="title"/>
          </p:nvPr>
        </p:nvSpPr>
        <p:spPr>
          <a:xfrm>
            <a:off x="361975" y="988557"/>
            <a:ext cx="50184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1">
  <p:cSld name="CUSTOM_2">
    <p:spTree>
      <p:nvGrpSpPr>
        <p:cNvPr id="244" name="Shape 244"/>
        <p:cNvGrpSpPr/>
        <p:nvPr/>
      </p:nvGrpSpPr>
      <p:grpSpPr>
        <a:xfrm>
          <a:off x="0" y="0"/>
          <a:ext cx="0" cy="0"/>
          <a:chOff x="0" y="0"/>
          <a:chExt cx="0" cy="0"/>
        </a:xfrm>
      </p:grpSpPr>
      <p:sp>
        <p:nvSpPr>
          <p:cNvPr id="245" name="Google Shape;245;p32"/>
          <p:cNvSpPr/>
          <p:nvPr>
            <p:ph idx="2" type="pic"/>
          </p:nvPr>
        </p:nvSpPr>
        <p:spPr>
          <a:xfrm>
            <a:off x="6289075" y="1793300"/>
            <a:ext cx="2853300" cy="3350400"/>
          </a:xfrm>
          <a:prstGeom prst="rect">
            <a:avLst/>
          </a:prstGeom>
          <a:noFill/>
          <a:ln>
            <a:noFill/>
          </a:ln>
        </p:spPr>
      </p:sp>
      <p:sp>
        <p:nvSpPr>
          <p:cNvPr id="246" name="Google Shape;246;p32"/>
          <p:cNvSpPr/>
          <p:nvPr/>
        </p:nvSpPr>
        <p:spPr>
          <a:xfrm>
            <a:off x="6289085" y="0"/>
            <a:ext cx="2853300" cy="1793100"/>
          </a:xfrm>
          <a:prstGeom prst="roundRect">
            <a:avLst>
              <a:gd fmla="val 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DM Sans"/>
              <a:ea typeface="DM Sans"/>
              <a:cs typeface="DM Sans"/>
              <a:sym typeface="DM Sans"/>
            </a:endParaRPr>
          </a:p>
        </p:txBody>
      </p:sp>
      <p:sp>
        <p:nvSpPr>
          <p:cNvPr id="247" name="Google Shape;247;p32"/>
          <p:cNvSpPr txBox="1"/>
          <p:nvPr>
            <p:ph type="title"/>
          </p:nvPr>
        </p:nvSpPr>
        <p:spPr>
          <a:xfrm>
            <a:off x="361975" y="988550"/>
            <a:ext cx="5356800" cy="2255400"/>
          </a:xfrm>
          <a:prstGeom prst="rect">
            <a:avLst/>
          </a:prstGeom>
        </p:spPr>
        <p:txBody>
          <a:bodyPr anchorCtr="0" anchor="t" bIns="0" lIns="0" spcFirstLastPara="1" rIns="0" wrap="square" tIns="0">
            <a:noAutofit/>
          </a:bodyPr>
          <a:lstStyle>
            <a:lvl1pPr lvl="0">
              <a:spcBef>
                <a:spcPts val="0"/>
              </a:spcBef>
              <a:spcAft>
                <a:spcPts val="0"/>
              </a:spcAft>
              <a:buNone/>
              <a:defRPr sz="2200"/>
            </a:lvl1pPr>
            <a:lvl2pPr lvl="1">
              <a:spcBef>
                <a:spcPts val="0"/>
              </a:spcBef>
              <a:spcAft>
                <a:spcPts val="0"/>
              </a:spcAft>
              <a:buNone/>
              <a:defRPr sz="2200"/>
            </a:lvl2pPr>
            <a:lvl3pPr lvl="2">
              <a:spcBef>
                <a:spcPts val="0"/>
              </a:spcBef>
              <a:spcAft>
                <a:spcPts val="0"/>
              </a:spcAft>
              <a:buNone/>
              <a:defRPr sz="2200"/>
            </a:lvl3pPr>
            <a:lvl4pPr lvl="3">
              <a:spcBef>
                <a:spcPts val="0"/>
              </a:spcBef>
              <a:spcAft>
                <a:spcPts val="0"/>
              </a:spcAft>
              <a:buNone/>
              <a:defRPr sz="2200"/>
            </a:lvl4pPr>
            <a:lvl5pPr lvl="4">
              <a:spcBef>
                <a:spcPts val="0"/>
              </a:spcBef>
              <a:spcAft>
                <a:spcPts val="0"/>
              </a:spcAft>
              <a:buNone/>
              <a:defRPr sz="2200"/>
            </a:lvl5pPr>
            <a:lvl6pPr lvl="5">
              <a:spcBef>
                <a:spcPts val="0"/>
              </a:spcBef>
              <a:spcAft>
                <a:spcPts val="0"/>
              </a:spcAft>
              <a:buNone/>
              <a:defRPr sz="2200"/>
            </a:lvl6pPr>
            <a:lvl7pPr lvl="6">
              <a:spcBef>
                <a:spcPts val="0"/>
              </a:spcBef>
              <a:spcAft>
                <a:spcPts val="0"/>
              </a:spcAft>
              <a:buNone/>
              <a:defRPr sz="2200"/>
            </a:lvl7pPr>
            <a:lvl8pPr lvl="7">
              <a:spcBef>
                <a:spcPts val="0"/>
              </a:spcBef>
              <a:spcAft>
                <a:spcPts val="0"/>
              </a:spcAft>
              <a:buNone/>
              <a:defRPr sz="2200"/>
            </a:lvl8pPr>
            <a:lvl9pPr lvl="8">
              <a:spcBef>
                <a:spcPts val="0"/>
              </a:spcBef>
              <a:spcAft>
                <a:spcPts val="0"/>
              </a:spcAft>
              <a:buNone/>
              <a:defRPr sz="2200"/>
            </a:lvl9pPr>
          </a:lstStyle>
          <a:p/>
        </p:txBody>
      </p:sp>
      <p:sp>
        <p:nvSpPr>
          <p:cNvPr id="248" name="Google Shape;248;p32"/>
          <p:cNvSpPr txBox="1"/>
          <p:nvPr>
            <p:ph idx="1" type="body"/>
          </p:nvPr>
        </p:nvSpPr>
        <p:spPr>
          <a:xfrm>
            <a:off x="361975" y="3541582"/>
            <a:ext cx="3777000" cy="10443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49" name="Google Shape;249;p3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50" name="Google Shape;250;p32"/>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2">
  <p:cSld name="CUSTOM_2_1">
    <p:spTree>
      <p:nvGrpSpPr>
        <p:cNvPr id="251" name="Shape 251"/>
        <p:cNvGrpSpPr/>
        <p:nvPr/>
      </p:nvGrpSpPr>
      <p:grpSpPr>
        <a:xfrm>
          <a:off x="0" y="0"/>
          <a:ext cx="0" cy="0"/>
          <a:chOff x="0" y="0"/>
          <a:chExt cx="0" cy="0"/>
        </a:xfrm>
      </p:grpSpPr>
      <p:sp>
        <p:nvSpPr>
          <p:cNvPr id="252" name="Google Shape;252;p3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53" name="Google Shape;253;p3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4" name="Google Shape;254;p33"/>
          <p:cNvSpPr txBox="1"/>
          <p:nvPr>
            <p:ph idx="2" type="body"/>
          </p:nvPr>
        </p:nvSpPr>
        <p:spPr>
          <a:xfrm>
            <a:off x="1957800" y="4195275"/>
            <a:ext cx="5228400" cy="390600"/>
          </a:xfrm>
          <a:prstGeom prst="rect">
            <a:avLst/>
          </a:prstGeom>
        </p:spPr>
        <p:txBody>
          <a:bodyPr anchorCtr="0" anchor="b" bIns="0" lIns="0" spcFirstLastPara="1" rIns="0" wrap="square" tIns="0">
            <a:noAutofit/>
          </a:bodyPr>
          <a:lstStyle>
            <a:lvl1pPr indent="-292100" lvl="0" marL="457200" algn="ctr">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ctr">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55" name="Google Shape;255;p33"/>
          <p:cNvSpPr txBox="1"/>
          <p:nvPr>
            <p:ph idx="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56" name="Google Shape;256;p33"/>
          <p:cNvSpPr txBox="1"/>
          <p:nvPr>
            <p:ph type="title"/>
          </p:nvPr>
        </p:nvSpPr>
        <p:spPr>
          <a:xfrm>
            <a:off x="719400" y="988550"/>
            <a:ext cx="7705200" cy="587700"/>
          </a:xfrm>
          <a:prstGeom prst="rect">
            <a:avLst/>
          </a:prstGeom>
        </p:spPr>
        <p:txBody>
          <a:bodyPr anchorCtr="0" anchor="t" bIns="0" lIns="0" spcFirstLastPara="1" rIns="0" wrap="square" tIns="0">
            <a:spAutoFit/>
          </a:bodyPr>
          <a:lstStyle>
            <a:lvl1pPr lvl="0" algn="ctr">
              <a:lnSpc>
                <a:spcPct val="90000"/>
              </a:lnSpc>
              <a:spcBef>
                <a:spcPts val="0"/>
              </a:spcBef>
              <a:spcAft>
                <a:spcPts val="0"/>
              </a:spcAft>
              <a:buNone/>
              <a:defRPr sz="2200"/>
            </a:lvl1pPr>
            <a:lvl2pPr lvl="1" algn="ctr">
              <a:lnSpc>
                <a:spcPct val="90000"/>
              </a:lnSpc>
              <a:spcBef>
                <a:spcPts val="0"/>
              </a:spcBef>
              <a:spcAft>
                <a:spcPts val="0"/>
              </a:spcAft>
              <a:buNone/>
              <a:defRPr sz="2200"/>
            </a:lvl2pPr>
            <a:lvl3pPr lvl="2" algn="ctr">
              <a:lnSpc>
                <a:spcPct val="90000"/>
              </a:lnSpc>
              <a:spcBef>
                <a:spcPts val="0"/>
              </a:spcBef>
              <a:spcAft>
                <a:spcPts val="0"/>
              </a:spcAft>
              <a:buNone/>
              <a:defRPr sz="2200"/>
            </a:lvl3pPr>
            <a:lvl4pPr lvl="3" algn="ctr">
              <a:lnSpc>
                <a:spcPct val="90000"/>
              </a:lnSpc>
              <a:spcBef>
                <a:spcPts val="0"/>
              </a:spcBef>
              <a:spcAft>
                <a:spcPts val="0"/>
              </a:spcAft>
              <a:buNone/>
              <a:defRPr sz="2200"/>
            </a:lvl4pPr>
            <a:lvl5pPr lvl="4" algn="ctr">
              <a:lnSpc>
                <a:spcPct val="90000"/>
              </a:lnSpc>
              <a:spcBef>
                <a:spcPts val="0"/>
              </a:spcBef>
              <a:spcAft>
                <a:spcPts val="0"/>
              </a:spcAft>
              <a:buNone/>
              <a:defRPr sz="2200"/>
            </a:lvl5pPr>
            <a:lvl6pPr lvl="5" algn="ctr">
              <a:lnSpc>
                <a:spcPct val="90000"/>
              </a:lnSpc>
              <a:spcBef>
                <a:spcPts val="0"/>
              </a:spcBef>
              <a:spcAft>
                <a:spcPts val="0"/>
              </a:spcAft>
              <a:buNone/>
              <a:defRPr sz="2200"/>
            </a:lvl6pPr>
            <a:lvl7pPr lvl="6" algn="ctr">
              <a:lnSpc>
                <a:spcPct val="90000"/>
              </a:lnSpc>
              <a:spcBef>
                <a:spcPts val="0"/>
              </a:spcBef>
              <a:spcAft>
                <a:spcPts val="0"/>
              </a:spcAft>
              <a:buNone/>
              <a:defRPr sz="2200"/>
            </a:lvl7pPr>
            <a:lvl8pPr lvl="7" algn="ctr">
              <a:lnSpc>
                <a:spcPct val="90000"/>
              </a:lnSpc>
              <a:spcBef>
                <a:spcPts val="0"/>
              </a:spcBef>
              <a:spcAft>
                <a:spcPts val="0"/>
              </a:spcAft>
              <a:buNone/>
              <a:defRPr sz="2200"/>
            </a:lvl8pPr>
            <a:lvl9pPr lvl="8" algn="ctr">
              <a:lnSpc>
                <a:spcPct val="90000"/>
              </a:lnSpc>
              <a:spcBef>
                <a:spcPts val="0"/>
              </a:spcBef>
              <a:spcAft>
                <a:spcPts val="0"/>
              </a:spcAft>
              <a:buNone/>
              <a:defRPr sz="2200"/>
            </a:lvl9pPr>
          </a:lstStyle>
          <a:p/>
        </p:txBody>
      </p:sp>
      <p:sp>
        <p:nvSpPr>
          <p:cNvPr id="257" name="Google Shape;257;p33"/>
          <p:cNvSpPr/>
          <p:nvPr>
            <p:ph idx="4" type="pic"/>
          </p:nvPr>
        </p:nvSpPr>
        <p:spPr>
          <a:xfrm>
            <a:off x="3982589" y="2427948"/>
            <a:ext cx="1179600" cy="1417200"/>
          </a:xfrm>
          <a:prstGeom prst="rect">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3">
  <p:cSld name="CUSTOM_2_1_2">
    <p:bg>
      <p:bgPr>
        <a:solidFill>
          <a:schemeClr val="accent1"/>
        </a:solidFill>
      </p:bgPr>
    </p:bg>
    <p:spTree>
      <p:nvGrpSpPr>
        <p:cNvPr id="258" name="Shape 258"/>
        <p:cNvGrpSpPr/>
        <p:nvPr/>
      </p:nvGrpSpPr>
      <p:grpSpPr>
        <a:xfrm>
          <a:off x="0" y="0"/>
          <a:ext cx="0" cy="0"/>
          <a:chOff x="0" y="0"/>
          <a:chExt cx="0" cy="0"/>
        </a:xfrm>
      </p:grpSpPr>
      <p:sp>
        <p:nvSpPr>
          <p:cNvPr id="259" name="Google Shape;259;p3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60" name="Google Shape;260;p3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1" name="Google Shape;261;p34"/>
          <p:cNvSpPr txBox="1"/>
          <p:nvPr>
            <p:ph idx="2" type="subTitle"/>
          </p:nvPr>
        </p:nvSpPr>
        <p:spPr>
          <a:xfrm>
            <a:off x="3154650" y="1051772"/>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262" name="Google Shape;262;p34"/>
          <p:cNvSpPr txBox="1"/>
          <p:nvPr>
            <p:ph type="title"/>
          </p:nvPr>
        </p:nvSpPr>
        <p:spPr>
          <a:xfrm>
            <a:off x="3154650" y="1801500"/>
            <a:ext cx="5622000" cy="28320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800"/>
            </a:lvl1pPr>
            <a:lvl2pPr lvl="1">
              <a:lnSpc>
                <a:spcPct val="90000"/>
              </a:lnSpc>
              <a:spcBef>
                <a:spcPts val="0"/>
              </a:spcBef>
              <a:spcAft>
                <a:spcPts val="0"/>
              </a:spcAft>
              <a:buNone/>
              <a:defRPr sz="2800"/>
            </a:lvl2pPr>
            <a:lvl3pPr lvl="2">
              <a:lnSpc>
                <a:spcPct val="90000"/>
              </a:lnSpc>
              <a:spcBef>
                <a:spcPts val="0"/>
              </a:spcBef>
              <a:spcAft>
                <a:spcPts val="0"/>
              </a:spcAft>
              <a:buNone/>
              <a:defRPr sz="2800"/>
            </a:lvl3pPr>
            <a:lvl4pPr lvl="3">
              <a:lnSpc>
                <a:spcPct val="90000"/>
              </a:lnSpc>
              <a:spcBef>
                <a:spcPts val="0"/>
              </a:spcBef>
              <a:spcAft>
                <a:spcPts val="0"/>
              </a:spcAft>
              <a:buNone/>
              <a:defRPr sz="2800"/>
            </a:lvl4pPr>
            <a:lvl5pPr lvl="4">
              <a:lnSpc>
                <a:spcPct val="90000"/>
              </a:lnSpc>
              <a:spcBef>
                <a:spcPts val="0"/>
              </a:spcBef>
              <a:spcAft>
                <a:spcPts val="0"/>
              </a:spcAft>
              <a:buNone/>
              <a:defRPr sz="2800"/>
            </a:lvl5pPr>
            <a:lvl6pPr lvl="5">
              <a:lnSpc>
                <a:spcPct val="90000"/>
              </a:lnSpc>
              <a:spcBef>
                <a:spcPts val="0"/>
              </a:spcBef>
              <a:spcAft>
                <a:spcPts val="0"/>
              </a:spcAft>
              <a:buNone/>
              <a:defRPr sz="2800"/>
            </a:lvl6pPr>
            <a:lvl7pPr lvl="6">
              <a:lnSpc>
                <a:spcPct val="90000"/>
              </a:lnSpc>
              <a:spcBef>
                <a:spcPts val="0"/>
              </a:spcBef>
              <a:spcAft>
                <a:spcPts val="0"/>
              </a:spcAft>
              <a:buNone/>
              <a:defRPr sz="2800"/>
            </a:lvl7pPr>
            <a:lvl8pPr lvl="7">
              <a:lnSpc>
                <a:spcPct val="90000"/>
              </a:lnSpc>
              <a:spcBef>
                <a:spcPts val="0"/>
              </a:spcBef>
              <a:spcAft>
                <a:spcPts val="0"/>
              </a:spcAft>
              <a:buNone/>
              <a:defRPr sz="2800"/>
            </a:lvl8pPr>
            <a:lvl9pPr lvl="8">
              <a:lnSpc>
                <a:spcPct val="90000"/>
              </a:lnSpc>
              <a:spcBef>
                <a:spcPts val="0"/>
              </a:spcBef>
              <a:spcAft>
                <a:spcPts val="0"/>
              </a:spcAft>
              <a:buNone/>
              <a:defRPr sz="2800"/>
            </a:lvl9pPr>
          </a:lstStyle>
          <a:p/>
        </p:txBody>
      </p:sp>
      <p:sp>
        <p:nvSpPr>
          <p:cNvPr id="263" name="Google Shape;263;p34"/>
          <p:cNvSpPr/>
          <p:nvPr>
            <p:ph idx="3" type="pic"/>
          </p:nvPr>
        </p:nvSpPr>
        <p:spPr>
          <a:xfrm>
            <a:off x="361975" y="1066100"/>
            <a:ext cx="1967700" cy="1311600"/>
          </a:xfrm>
          <a:prstGeom prst="rect">
            <a:avLst/>
          </a:prstGeom>
          <a:no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header">
  <p:cSld name="CUSTOM_2_1_2_1_2">
    <p:bg>
      <p:bgPr>
        <a:solidFill>
          <a:schemeClr val="lt1"/>
        </a:solidFill>
      </p:bgPr>
    </p:bg>
    <p:spTree>
      <p:nvGrpSpPr>
        <p:cNvPr id="264" name="Shape 264"/>
        <p:cNvGrpSpPr/>
        <p:nvPr/>
      </p:nvGrpSpPr>
      <p:grpSpPr>
        <a:xfrm>
          <a:off x="0" y="0"/>
          <a:ext cx="0" cy="0"/>
          <a:chOff x="0" y="0"/>
          <a:chExt cx="0" cy="0"/>
        </a:xfrm>
      </p:grpSpPr>
      <p:sp>
        <p:nvSpPr>
          <p:cNvPr id="265" name="Google Shape;265;p35"/>
          <p:cNvSpPr/>
          <p:nvPr>
            <p:ph idx="2" type="pic"/>
          </p:nvPr>
        </p:nvSpPr>
        <p:spPr>
          <a:xfrm>
            <a:off x="361975" y="781775"/>
            <a:ext cx="2872800" cy="3783300"/>
          </a:xfrm>
          <a:prstGeom prst="rect">
            <a:avLst/>
          </a:prstGeom>
          <a:noFill/>
          <a:ln>
            <a:noFill/>
          </a:ln>
        </p:spPr>
      </p:sp>
      <p:sp>
        <p:nvSpPr>
          <p:cNvPr id="266" name="Google Shape;266;p3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67" name="Google Shape;267;p3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68" name="Google Shape;268;p35"/>
          <p:cNvSpPr txBox="1"/>
          <p:nvPr>
            <p:ph idx="3" type="subTitle"/>
          </p:nvPr>
        </p:nvSpPr>
        <p:spPr>
          <a:xfrm>
            <a:off x="3657600" y="1051772"/>
            <a:ext cx="4163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
        <p:nvSpPr>
          <p:cNvPr id="269" name="Google Shape;269;p35"/>
          <p:cNvSpPr txBox="1"/>
          <p:nvPr>
            <p:ph type="title"/>
          </p:nvPr>
        </p:nvSpPr>
        <p:spPr>
          <a:xfrm>
            <a:off x="3657600" y="1555450"/>
            <a:ext cx="5622000" cy="17505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800">
                <a:solidFill>
                  <a:schemeClr val="dk1"/>
                </a:solidFill>
              </a:defRPr>
            </a:lvl1pPr>
            <a:lvl2pPr lvl="1">
              <a:lnSpc>
                <a:spcPct val="90000"/>
              </a:lnSpc>
              <a:spcBef>
                <a:spcPts val="0"/>
              </a:spcBef>
              <a:spcAft>
                <a:spcPts val="0"/>
              </a:spcAft>
              <a:buNone/>
              <a:defRPr sz="2800">
                <a:solidFill>
                  <a:schemeClr val="dk1"/>
                </a:solidFill>
              </a:defRPr>
            </a:lvl2pPr>
            <a:lvl3pPr lvl="2">
              <a:lnSpc>
                <a:spcPct val="90000"/>
              </a:lnSpc>
              <a:spcBef>
                <a:spcPts val="0"/>
              </a:spcBef>
              <a:spcAft>
                <a:spcPts val="0"/>
              </a:spcAft>
              <a:buNone/>
              <a:defRPr sz="2800">
                <a:solidFill>
                  <a:schemeClr val="dk1"/>
                </a:solidFill>
              </a:defRPr>
            </a:lvl3pPr>
            <a:lvl4pPr lvl="3">
              <a:lnSpc>
                <a:spcPct val="90000"/>
              </a:lnSpc>
              <a:spcBef>
                <a:spcPts val="0"/>
              </a:spcBef>
              <a:spcAft>
                <a:spcPts val="0"/>
              </a:spcAft>
              <a:buNone/>
              <a:defRPr sz="2800">
                <a:solidFill>
                  <a:schemeClr val="dk1"/>
                </a:solidFill>
              </a:defRPr>
            </a:lvl4pPr>
            <a:lvl5pPr lvl="4">
              <a:lnSpc>
                <a:spcPct val="90000"/>
              </a:lnSpc>
              <a:spcBef>
                <a:spcPts val="0"/>
              </a:spcBef>
              <a:spcAft>
                <a:spcPts val="0"/>
              </a:spcAft>
              <a:buNone/>
              <a:defRPr sz="2800">
                <a:solidFill>
                  <a:schemeClr val="dk1"/>
                </a:solidFill>
              </a:defRPr>
            </a:lvl5pPr>
            <a:lvl6pPr lvl="5">
              <a:lnSpc>
                <a:spcPct val="90000"/>
              </a:lnSpc>
              <a:spcBef>
                <a:spcPts val="0"/>
              </a:spcBef>
              <a:spcAft>
                <a:spcPts val="0"/>
              </a:spcAft>
              <a:buNone/>
              <a:defRPr sz="2800">
                <a:solidFill>
                  <a:schemeClr val="dk1"/>
                </a:solidFill>
              </a:defRPr>
            </a:lvl6pPr>
            <a:lvl7pPr lvl="6">
              <a:lnSpc>
                <a:spcPct val="90000"/>
              </a:lnSpc>
              <a:spcBef>
                <a:spcPts val="0"/>
              </a:spcBef>
              <a:spcAft>
                <a:spcPts val="0"/>
              </a:spcAft>
              <a:buNone/>
              <a:defRPr sz="2800">
                <a:solidFill>
                  <a:schemeClr val="dk1"/>
                </a:solidFill>
              </a:defRPr>
            </a:lvl7pPr>
            <a:lvl8pPr lvl="7">
              <a:lnSpc>
                <a:spcPct val="90000"/>
              </a:lnSpc>
              <a:spcBef>
                <a:spcPts val="0"/>
              </a:spcBef>
              <a:spcAft>
                <a:spcPts val="0"/>
              </a:spcAft>
              <a:buNone/>
              <a:defRPr sz="2800">
                <a:solidFill>
                  <a:schemeClr val="dk1"/>
                </a:solidFill>
              </a:defRPr>
            </a:lvl8pPr>
            <a:lvl9pPr lvl="8">
              <a:lnSpc>
                <a:spcPct val="90000"/>
              </a:lnSpc>
              <a:spcBef>
                <a:spcPts val="0"/>
              </a:spcBef>
              <a:spcAft>
                <a:spcPts val="0"/>
              </a:spcAft>
              <a:buNone/>
              <a:defRPr sz="2800">
                <a:solidFill>
                  <a:schemeClr val="dk1"/>
                </a:solidFill>
              </a:defRPr>
            </a:lvl9pPr>
          </a:lstStyle>
          <a:p/>
        </p:txBody>
      </p:sp>
      <p:sp>
        <p:nvSpPr>
          <p:cNvPr id="270" name="Google Shape;270;p35"/>
          <p:cNvSpPr txBox="1"/>
          <p:nvPr>
            <p:ph idx="4" type="body"/>
          </p:nvPr>
        </p:nvSpPr>
        <p:spPr>
          <a:xfrm>
            <a:off x="3657600" y="3556575"/>
            <a:ext cx="3554400" cy="1029300"/>
          </a:xfrm>
          <a:prstGeom prst="rect">
            <a:avLst/>
          </a:prstGeom>
        </p:spPr>
        <p:txBody>
          <a:bodyPr anchorCtr="0" anchor="b" bIns="0" lIns="0" spcFirstLastPara="1" rIns="0" wrap="square" tIns="0">
            <a:sp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5">
  <p:cSld name="CUSTOM_2_1_2_1_1">
    <p:bg>
      <p:bgPr>
        <a:solidFill>
          <a:schemeClr val="accent2"/>
        </a:solidFill>
      </p:bgPr>
    </p:bg>
    <p:spTree>
      <p:nvGrpSpPr>
        <p:cNvPr id="271" name="Shape 271"/>
        <p:cNvGrpSpPr/>
        <p:nvPr/>
      </p:nvGrpSpPr>
      <p:grpSpPr>
        <a:xfrm>
          <a:off x="0" y="0"/>
          <a:ext cx="0" cy="0"/>
          <a:chOff x="0" y="0"/>
          <a:chExt cx="0" cy="0"/>
        </a:xfrm>
      </p:grpSpPr>
      <p:pic>
        <p:nvPicPr>
          <p:cNvPr descr="The reflective glass facade of a skyscraper. " id="272" name="Google Shape;272;p36"/>
          <p:cNvPicPr preferRelativeResize="0"/>
          <p:nvPr/>
        </p:nvPicPr>
        <p:blipFill rotWithShape="1">
          <a:blip r:embed="rId2">
            <a:alphaModFix amt="14000"/>
          </a:blip>
          <a:srcRect b="15604" l="0" r="0" t="0"/>
          <a:stretch/>
        </p:blipFill>
        <p:spPr>
          <a:xfrm>
            <a:off x="0" y="-8150"/>
            <a:ext cx="9144003" cy="5143501"/>
          </a:xfrm>
          <a:prstGeom prst="rect">
            <a:avLst/>
          </a:prstGeom>
          <a:noFill/>
          <a:ln>
            <a:noFill/>
          </a:ln>
        </p:spPr>
      </p:pic>
      <p:sp>
        <p:nvSpPr>
          <p:cNvPr id="273" name="Google Shape;273;p3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74" name="Google Shape;274;p36"/>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5" name="Google Shape;275;p36"/>
          <p:cNvSpPr txBox="1"/>
          <p:nvPr>
            <p:ph idx="2" type="body"/>
          </p:nvPr>
        </p:nvSpPr>
        <p:spPr>
          <a:xfrm>
            <a:off x="1957800" y="4195275"/>
            <a:ext cx="5228400" cy="390600"/>
          </a:xfrm>
          <a:prstGeom prst="rect">
            <a:avLst/>
          </a:prstGeom>
        </p:spPr>
        <p:txBody>
          <a:bodyPr anchorCtr="0" anchor="b" bIns="0" lIns="0" spcFirstLastPara="1" rIns="0" wrap="square" tIns="0">
            <a:noAutofit/>
          </a:bodyPr>
          <a:lstStyle>
            <a:lvl1pPr indent="-292100" lvl="0" marL="457200" algn="ctr">
              <a:spcBef>
                <a:spcPts val="0"/>
              </a:spcBef>
              <a:spcAft>
                <a:spcPts val="0"/>
              </a:spcAft>
              <a:buClr>
                <a:schemeClr val="lt1"/>
              </a:buClr>
              <a:buSzPts val="1000"/>
              <a:buFont typeface="DM Sans"/>
              <a:buChar char="●"/>
              <a:defRPr sz="1000"/>
            </a:lvl1pPr>
            <a:lvl2pPr indent="-292100" lvl="1" marL="914400" algn="ctr">
              <a:spcBef>
                <a:spcPts val="800"/>
              </a:spcBef>
              <a:spcAft>
                <a:spcPts val="0"/>
              </a:spcAft>
              <a:buClr>
                <a:schemeClr val="lt1"/>
              </a:buClr>
              <a:buSzPts val="1000"/>
              <a:buFont typeface="DM Sans"/>
              <a:buChar char="○"/>
              <a:defRPr sz="1000"/>
            </a:lvl2pPr>
            <a:lvl3pPr indent="-292100" lvl="2" marL="1371600" algn="ctr">
              <a:spcBef>
                <a:spcPts val="800"/>
              </a:spcBef>
              <a:spcAft>
                <a:spcPts val="0"/>
              </a:spcAft>
              <a:buClr>
                <a:schemeClr val="lt1"/>
              </a:buClr>
              <a:buSzPts val="1000"/>
              <a:buFont typeface="DM Sans"/>
              <a:buChar char="■"/>
              <a:defRPr sz="1000"/>
            </a:lvl3pPr>
            <a:lvl4pPr indent="-292100" lvl="3" marL="1828800" algn="ctr">
              <a:spcBef>
                <a:spcPts val="800"/>
              </a:spcBef>
              <a:spcAft>
                <a:spcPts val="0"/>
              </a:spcAft>
              <a:buClr>
                <a:schemeClr val="lt1"/>
              </a:buClr>
              <a:buSzPts val="1000"/>
              <a:buFont typeface="DM Sans"/>
              <a:buChar char="●"/>
              <a:defRPr sz="1000"/>
            </a:lvl4pPr>
            <a:lvl5pPr indent="-292100" lvl="4" marL="2286000" algn="ctr">
              <a:spcBef>
                <a:spcPts val="800"/>
              </a:spcBef>
              <a:spcAft>
                <a:spcPts val="0"/>
              </a:spcAft>
              <a:buClr>
                <a:schemeClr val="lt1"/>
              </a:buClr>
              <a:buSzPts val="1000"/>
              <a:buFont typeface="DM Sans"/>
              <a:buChar char="○"/>
              <a:defRPr sz="1000"/>
            </a:lvl5pPr>
            <a:lvl6pPr indent="-292100" lvl="5" marL="2743200" algn="ctr">
              <a:spcBef>
                <a:spcPts val="800"/>
              </a:spcBef>
              <a:spcAft>
                <a:spcPts val="0"/>
              </a:spcAft>
              <a:buClr>
                <a:schemeClr val="lt1"/>
              </a:buClr>
              <a:buSzPts val="1000"/>
              <a:buFont typeface="DM Sans"/>
              <a:buChar char="■"/>
              <a:defRPr sz="1000"/>
            </a:lvl6pPr>
            <a:lvl7pPr indent="-292100" lvl="6" marL="3200400" algn="ctr">
              <a:spcBef>
                <a:spcPts val="800"/>
              </a:spcBef>
              <a:spcAft>
                <a:spcPts val="0"/>
              </a:spcAft>
              <a:buClr>
                <a:schemeClr val="lt1"/>
              </a:buClr>
              <a:buSzPts val="1000"/>
              <a:buFont typeface="DM Sans"/>
              <a:buChar char="●"/>
              <a:defRPr sz="1000"/>
            </a:lvl7pPr>
            <a:lvl8pPr indent="-292100" lvl="7" marL="3657600" algn="ctr">
              <a:spcBef>
                <a:spcPts val="800"/>
              </a:spcBef>
              <a:spcAft>
                <a:spcPts val="0"/>
              </a:spcAft>
              <a:buClr>
                <a:schemeClr val="lt1"/>
              </a:buClr>
              <a:buSzPts val="1000"/>
              <a:buFont typeface="DM Sans"/>
              <a:buChar char="○"/>
              <a:defRPr sz="1000"/>
            </a:lvl8pPr>
            <a:lvl9pPr indent="-292100" lvl="8" marL="4114800" algn="ctr">
              <a:spcBef>
                <a:spcPts val="800"/>
              </a:spcBef>
              <a:spcAft>
                <a:spcPts val="800"/>
              </a:spcAft>
              <a:buClr>
                <a:schemeClr val="lt1"/>
              </a:buClr>
              <a:buSzPts val="1000"/>
              <a:buFont typeface="DM Sans"/>
              <a:buChar char="■"/>
              <a:defRPr sz="1000"/>
            </a:lvl9pPr>
          </a:lstStyle>
          <a:p/>
        </p:txBody>
      </p:sp>
      <p:sp>
        <p:nvSpPr>
          <p:cNvPr id="276" name="Google Shape;276;p36"/>
          <p:cNvSpPr txBox="1"/>
          <p:nvPr>
            <p:ph idx="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77" name="Google Shape;277;p36"/>
          <p:cNvSpPr txBox="1"/>
          <p:nvPr>
            <p:ph type="title"/>
          </p:nvPr>
        </p:nvSpPr>
        <p:spPr>
          <a:xfrm>
            <a:off x="719400" y="988550"/>
            <a:ext cx="7705200" cy="587700"/>
          </a:xfrm>
          <a:prstGeom prst="rect">
            <a:avLst/>
          </a:prstGeom>
        </p:spPr>
        <p:txBody>
          <a:bodyPr anchorCtr="0" anchor="t" bIns="0" lIns="0" spcFirstLastPara="1" rIns="0" wrap="square" tIns="0">
            <a:spAutoFit/>
          </a:bodyPr>
          <a:lstStyle>
            <a:lvl1pPr lvl="0" algn="ctr">
              <a:lnSpc>
                <a:spcPct val="90000"/>
              </a:lnSpc>
              <a:spcBef>
                <a:spcPts val="0"/>
              </a:spcBef>
              <a:spcAft>
                <a:spcPts val="0"/>
              </a:spcAft>
              <a:buNone/>
              <a:defRPr/>
            </a:lvl1pPr>
            <a:lvl2pPr lvl="1" algn="ctr">
              <a:lnSpc>
                <a:spcPct val="90000"/>
              </a:lnSpc>
              <a:spcBef>
                <a:spcPts val="0"/>
              </a:spcBef>
              <a:spcAft>
                <a:spcPts val="0"/>
              </a:spcAft>
              <a:buNone/>
              <a:defRPr sz="2200"/>
            </a:lvl2pPr>
            <a:lvl3pPr lvl="2" algn="ctr">
              <a:lnSpc>
                <a:spcPct val="90000"/>
              </a:lnSpc>
              <a:spcBef>
                <a:spcPts val="0"/>
              </a:spcBef>
              <a:spcAft>
                <a:spcPts val="0"/>
              </a:spcAft>
              <a:buNone/>
              <a:defRPr sz="2200"/>
            </a:lvl3pPr>
            <a:lvl4pPr lvl="3" algn="ctr">
              <a:lnSpc>
                <a:spcPct val="90000"/>
              </a:lnSpc>
              <a:spcBef>
                <a:spcPts val="0"/>
              </a:spcBef>
              <a:spcAft>
                <a:spcPts val="0"/>
              </a:spcAft>
              <a:buNone/>
              <a:defRPr sz="2200"/>
            </a:lvl4pPr>
            <a:lvl5pPr lvl="4" algn="ctr">
              <a:lnSpc>
                <a:spcPct val="90000"/>
              </a:lnSpc>
              <a:spcBef>
                <a:spcPts val="0"/>
              </a:spcBef>
              <a:spcAft>
                <a:spcPts val="0"/>
              </a:spcAft>
              <a:buNone/>
              <a:defRPr sz="2200"/>
            </a:lvl5pPr>
            <a:lvl6pPr lvl="5" algn="ctr">
              <a:lnSpc>
                <a:spcPct val="90000"/>
              </a:lnSpc>
              <a:spcBef>
                <a:spcPts val="0"/>
              </a:spcBef>
              <a:spcAft>
                <a:spcPts val="0"/>
              </a:spcAft>
              <a:buNone/>
              <a:defRPr sz="2200"/>
            </a:lvl6pPr>
            <a:lvl7pPr lvl="6" algn="ctr">
              <a:lnSpc>
                <a:spcPct val="90000"/>
              </a:lnSpc>
              <a:spcBef>
                <a:spcPts val="0"/>
              </a:spcBef>
              <a:spcAft>
                <a:spcPts val="0"/>
              </a:spcAft>
              <a:buNone/>
              <a:defRPr sz="2200"/>
            </a:lvl7pPr>
            <a:lvl8pPr lvl="7" algn="ctr">
              <a:lnSpc>
                <a:spcPct val="90000"/>
              </a:lnSpc>
              <a:spcBef>
                <a:spcPts val="0"/>
              </a:spcBef>
              <a:spcAft>
                <a:spcPts val="0"/>
              </a:spcAft>
              <a:buNone/>
              <a:defRPr sz="2200"/>
            </a:lvl8pPr>
            <a:lvl9pPr lvl="8" algn="ctr">
              <a:lnSpc>
                <a:spcPct val="90000"/>
              </a:lnSpc>
              <a:spcBef>
                <a:spcPts val="0"/>
              </a:spcBef>
              <a:spcAft>
                <a:spcPts val="0"/>
              </a:spcAft>
              <a:buNone/>
              <a:defRPr sz="2200"/>
            </a:lvl9pPr>
          </a:lstStyle>
          <a:p/>
        </p:txBody>
      </p:sp>
      <p:sp>
        <p:nvSpPr>
          <p:cNvPr id="278" name="Google Shape;278;p36"/>
          <p:cNvSpPr/>
          <p:nvPr>
            <p:ph idx="4" type="pic"/>
          </p:nvPr>
        </p:nvSpPr>
        <p:spPr>
          <a:xfrm>
            <a:off x="3588150" y="2027104"/>
            <a:ext cx="1967700" cy="1311600"/>
          </a:xfrm>
          <a:prstGeom prst="rect">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2">
  <p:cSld name="CUSTOM_2_1_1_1">
    <p:bg>
      <p:bgPr>
        <a:solidFill>
          <a:schemeClr val="accent1"/>
        </a:solidFill>
      </p:bgPr>
    </p:bg>
    <p:spTree>
      <p:nvGrpSpPr>
        <p:cNvPr id="279" name="Shape 279"/>
        <p:cNvGrpSpPr/>
        <p:nvPr/>
      </p:nvGrpSpPr>
      <p:grpSpPr>
        <a:xfrm>
          <a:off x="0" y="0"/>
          <a:ext cx="0" cy="0"/>
          <a:chOff x="0" y="0"/>
          <a:chExt cx="0" cy="0"/>
        </a:xfrm>
      </p:grpSpPr>
      <p:pic>
        <p:nvPicPr>
          <p:cNvPr descr="A modern glass skyscraper. " id="280" name="Google Shape;280;p37"/>
          <p:cNvPicPr preferRelativeResize="0"/>
          <p:nvPr/>
        </p:nvPicPr>
        <p:blipFill rotWithShape="1">
          <a:blip r:embed="rId2">
            <a:alphaModFix amt="14000"/>
          </a:blip>
          <a:srcRect b="15604" l="0" r="0" t="0"/>
          <a:stretch/>
        </p:blipFill>
        <p:spPr>
          <a:xfrm>
            <a:off x="0" y="-8150"/>
            <a:ext cx="9144003" cy="5143501"/>
          </a:xfrm>
          <a:prstGeom prst="rect">
            <a:avLst/>
          </a:prstGeom>
          <a:noFill/>
          <a:ln>
            <a:noFill/>
          </a:ln>
        </p:spPr>
      </p:pic>
      <p:sp>
        <p:nvSpPr>
          <p:cNvPr id="281" name="Google Shape;281;p3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82" name="Google Shape;282;p37"/>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3" name="Google Shape;283;p37"/>
          <p:cNvSpPr txBox="1"/>
          <p:nvPr>
            <p:ph idx="2"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84" name="Google Shape;284;p37"/>
          <p:cNvSpPr txBox="1"/>
          <p:nvPr>
            <p:ph type="title"/>
          </p:nvPr>
        </p:nvSpPr>
        <p:spPr>
          <a:xfrm>
            <a:off x="1128900" y="1430400"/>
            <a:ext cx="6886200" cy="2282700"/>
          </a:xfrm>
          <a:prstGeom prst="rect">
            <a:avLst/>
          </a:prstGeom>
        </p:spPr>
        <p:txBody>
          <a:bodyPr anchorCtr="0" anchor="ctr" bIns="0" lIns="0" spcFirstLastPara="1" rIns="0" wrap="square" tIns="0">
            <a:noAutofit/>
          </a:bodyPr>
          <a:lstStyle>
            <a:lvl1pPr lvl="0" algn="ctr">
              <a:spcBef>
                <a:spcPts val="0"/>
              </a:spcBef>
              <a:spcAft>
                <a:spcPts val="0"/>
              </a:spcAft>
              <a:buNone/>
              <a:defRPr sz="2800"/>
            </a:lvl1pPr>
            <a:lvl2pPr lvl="1" algn="ctr">
              <a:lnSpc>
                <a:spcPct val="115000"/>
              </a:lnSpc>
              <a:spcBef>
                <a:spcPts val="0"/>
              </a:spcBef>
              <a:spcAft>
                <a:spcPts val="0"/>
              </a:spcAft>
              <a:buNone/>
              <a:defRPr/>
            </a:lvl2pPr>
            <a:lvl3pPr lvl="2" algn="ctr">
              <a:lnSpc>
                <a:spcPct val="115000"/>
              </a:lnSpc>
              <a:spcBef>
                <a:spcPts val="0"/>
              </a:spcBef>
              <a:spcAft>
                <a:spcPts val="0"/>
              </a:spcAft>
              <a:buNone/>
              <a:defRPr/>
            </a:lvl3pPr>
            <a:lvl4pPr lvl="3" algn="ctr">
              <a:lnSpc>
                <a:spcPct val="115000"/>
              </a:lnSpc>
              <a:spcBef>
                <a:spcPts val="0"/>
              </a:spcBef>
              <a:spcAft>
                <a:spcPts val="0"/>
              </a:spcAft>
              <a:buNone/>
              <a:defRPr/>
            </a:lvl4pPr>
            <a:lvl5pPr lvl="4" algn="ctr">
              <a:lnSpc>
                <a:spcPct val="115000"/>
              </a:lnSpc>
              <a:spcBef>
                <a:spcPts val="0"/>
              </a:spcBef>
              <a:spcAft>
                <a:spcPts val="0"/>
              </a:spcAft>
              <a:buNone/>
              <a:defRPr/>
            </a:lvl5pPr>
            <a:lvl6pPr lvl="5" algn="ctr">
              <a:lnSpc>
                <a:spcPct val="115000"/>
              </a:lnSpc>
              <a:spcBef>
                <a:spcPts val="0"/>
              </a:spcBef>
              <a:spcAft>
                <a:spcPts val="0"/>
              </a:spcAft>
              <a:buNone/>
              <a:defRPr/>
            </a:lvl6pPr>
            <a:lvl7pPr lvl="6" algn="ctr">
              <a:lnSpc>
                <a:spcPct val="115000"/>
              </a:lnSpc>
              <a:spcBef>
                <a:spcPts val="0"/>
              </a:spcBef>
              <a:spcAft>
                <a:spcPts val="0"/>
              </a:spcAft>
              <a:buNone/>
              <a:defRPr/>
            </a:lvl7pPr>
            <a:lvl8pPr lvl="7" algn="ctr">
              <a:lnSpc>
                <a:spcPct val="115000"/>
              </a:lnSpc>
              <a:spcBef>
                <a:spcPts val="0"/>
              </a:spcBef>
              <a:spcAft>
                <a:spcPts val="0"/>
              </a:spcAft>
              <a:buNone/>
              <a:defRPr/>
            </a:lvl8pPr>
            <a:lvl9pPr lvl="8" algn="ctr">
              <a:lnSpc>
                <a:spcPct val="115000"/>
              </a:lnSpc>
              <a:spcBef>
                <a:spcPts val="0"/>
              </a:spcBef>
              <a:spcAft>
                <a:spcPts val="0"/>
              </a:spcAft>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overview - Six modules">
  <p:cSld name="CUSTOM_3">
    <p:bg>
      <p:bgPr>
        <a:solidFill>
          <a:schemeClr val="lt1"/>
        </a:solidFill>
      </p:bgPr>
    </p:bg>
    <p:spTree>
      <p:nvGrpSpPr>
        <p:cNvPr id="285" name="Shape 285"/>
        <p:cNvGrpSpPr/>
        <p:nvPr/>
      </p:nvGrpSpPr>
      <p:grpSpPr>
        <a:xfrm>
          <a:off x="0" y="0"/>
          <a:ext cx="0" cy="0"/>
          <a:chOff x="0" y="0"/>
          <a:chExt cx="0" cy="0"/>
        </a:xfrm>
      </p:grpSpPr>
      <p:cxnSp>
        <p:nvCxnSpPr>
          <p:cNvPr id="286" name="Google Shape;286;p38"/>
          <p:cNvCxnSpPr/>
          <p:nvPr/>
        </p:nvCxnSpPr>
        <p:spPr>
          <a:xfrm>
            <a:off x="6096087" y="1794800"/>
            <a:ext cx="0" cy="2755200"/>
          </a:xfrm>
          <a:prstGeom prst="straightConnector1">
            <a:avLst/>
          </a:prstGeom>
          <a:noFill/>
          <a:ln cap="flat" cmpd="sng" w="19050">
            <a:solidFill>
              <a:schemeClr val="lt1"/>
            </a:solidFill>
            <a:prstDash val="solid"/>
            <a:round/>
            <a:headEnd len="med" w="med" type="none"/>
            <a:tailEnd len="med" w="med" type="none"/>
          </a:ln>
        </p:spPr>
      </p:cxnSp>
      <p:cxnSp>
        <p:nvCxnSpPr>
          <p:cNvPr id="287" name="Google Shape;287;p38"/>
          <p:cNvCxnSpPr/>
          <p:nvPr/>
        </p:nvCxnSpPr>
        <p:spPr>
          <a:xfrm>
            <a:off x="3048087" y="1794800"/>
            <a:ext cx="0" cy="2755200"/>
          </a:xfrm>
          <a:prstGeom prst="straightConnector1">
            <a:avLst/>
          </a:prstGeom>
          <a:noFill/>
          <a:ln cap="flat" cmpd="sng" w="19050">
            <a:solidFill>
              <a:schemeClr val="lt1"/>
            </a:solidFill>
            <a:prstDash val="solid"/>
            <a:round/>
            <a:headEnd len="med" w="med" type="none"/>
            <a:tailEnd len="med" w="med" type="none"/>
          </a:ln>
        </p:spPr>
      </p:cxnSp>
      <p:cxnSp>
        <p:nvCxnSpPr>
          <p:cNvPr id="288" name="Google Shape;288;p38"/>
          <p:cNvCxnSpPr/>
          <p:nvPr/>
        </p:nvCxnSpPr>
        <p:spPr>
          <a:xfrm>
            <a:off x="50" y="3174279"/>
            <a:ext cx="9144000" cy="0"/>
          </a:xfrm>
          <a:prstGeom prst="straightConnector1">
            <a:avLst/>
          </a:prstGeom>
          <a:noFill/>
          <a:ln cap="flat" cmpd="sng" w="19050">
            <a:solidFill>
              <a:schemeClr val="lt1"/>
            </a:solidFill>
            <a:prstDash val="solid"/>
            <a:round/>
            <a:headEnd len="med" w="med" type="none"/>
            <a:tailEnd len="med" w="med" type="none"/>
          </a:ln>
        </p:spPr>
      </p:cxnSp>
      <p:sp>
        <p:nvSpPr>
          <p:cNvPr id="289" name="Google Shape;289;p38"/>
          <p:cNvSpPr txBox="1"/>
          <p:nvPr>
            <p:ph idx="1" type="subTitle"/>
          </p:nvPr>
        </p:nvSpPr>
        <p:spPr>
          <a:xfrm>
            <a:off x="363200"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0" name="Google Shape;290;p38"/>
          <p:cNvSpPr txBox="1"/>
          <p:nvPr>
            <p:ph idx="2" type="subTitle"/>
          </p:nvPr>
        </p:nvSpPr>
        <p:spPr>
          <a:xfrm>
            <a:off x="361975"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91" name="Google Shape;291;p3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92" name="Google Shape;292;p38"/>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93" name="Google Shape;293;p38"/>
          <p:cNvSpPr txBox="1"/>
          <p:nvPr>
            <p:ph type="title"/>
          </p:nvPr>
        </p:nvSpPr>
        <p:spPr>
          <a:xfrm>
            <a:off x="361975" y="962092"/>
            <a:ext cx="57186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294" name="Google Shape;294;p38"/>
          <p:cNvSpPr txBox="1"/>
          <p:nvPr>
            <p:ph idx="4" type="subTitle"/>
          </p:nvPr>
        </p:nvSpPr>
        <p:spPr>
          <a:xfrm>
            <a:off x="3411825"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5" name="Google Shape;295;p38"/>
          <p:cNvSpPr txBox="1"/>
          <p:nvPr>
            <p:ph idx="5" type="subTitle"/>
          </p:nvPr>
        </p:nvSpPr>
        <p:spPr>
          <a:xfrm>
            <a:off x="3410600"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96" name="Google Shape;296;p38"/>
          <p:cNvSpPr txBox="1"/>
          <p:nvPr>
            <p:ph idx="6" type="subTitle"/>
          </p:nvPr>
        </p:nvSpPr>
        <p:spPr>
          <a:xfrm>
            <a:off x="6460475"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7" name="Google Shape;297;p38"/>
          <p:cNvSpPr txBox="1"/>
          <p:nvPr>
            <p:ph idx="7" type="subTitle"/>
          </p:nvPr>
        </p:nvSpPr>
        <p:spPr>
          <a:xfrm>
            <a:off x="6459250"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98" name="Google Shape;298;p38"/>
          <p:cNvSpPr txBox="1"/>
          <p:nvPr>
            <p:ph idx="8" type="subTitle"/>
          </p:nvPr>
        </p:nvSpPr>
        <p:spPr>
          <a:xfrm>
            <a:off x="363200"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9" name="Google Shape;299;p38"/>
          <p:cNvSpPr txBox="1"/>
          <p:nvPr>
            <p:ph idx="9" type="subTitle"/>
          </p:nvPr>
        </p:nvSpPr>
        <p:spPr>
          <a:xfrm>
            <a:off x="361975"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300" name="Google Shape;300;p38"/>
          <p:cNvSpPr txBox="1"/>
          <p:nvPr>
            <p:ph idx="13" type="subTitle"/>
          </p:nvPr>
        </p:nvSpPr>
        <p:spPr>
          <a:xfrm>
            <a:off x="3411825"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301" name="Google Shape;301;p38"/>
          <p:cNvSpPr txBox="1"/>
          <p:nvPr>
            <p:ph idx="14" type="subTitle"/>
          </p:nvPr>
        </p:nvSpPr>
        <p:spPr>
          <a:xfrm>
            <a:off x="3410600"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302" name="Google Shape;302;p38"/>
          <p:cNvSpPr txBox="1"/>
          <p:nvPr>
            <p:ph idx="15" type="subTitle"/>
          </p:nvPr>
        </p:nvSpPr>
        <p:spPr>
          <a:xfrm>
            <a:off x="6460475"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303" name="Google Shape;303;p38"/>
          <p:cNvSpPr txBox="1"/>
          <p:nvPr>
            <p:ph idx="16" type="subTitle"/>
          </p:nvPr>
        </p:nvSpPr>
        <p:spPr>
          <a:xfrm>
            <a:off x="6459250"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 Alt 1">
  <p:cSld name="CUSTOM_4">
    <p:spTree>
      <p:nvGrpSpPr>
        <p:cNvPr id="304" name="Shape 304"/>
        <p:cNvGrpSpPr/>
        <p:nvPr/>
      </p:nvGrpSpPr>
      <p:grpSpPr>
        <a:xfrm>
          <a:off x="0" y="0"/>
          <a:ext cx="0" cy="0"/>
          <a:chOff x="0" y="0"/>
          <a:chExt cx="0" cy="0"/>
        </a:xfrm>
      </p:grpSpPr>
      <p:sp>
        <p:nvSpPr>
          <p:cNvPr id="305" name="Google Shape;305;p39"/>
          <p:cNvSpPr txBox="1"/>
          <p:nvPr>
            <p:ph idx="1" type="subTitle"/>
          </p:nvPr>
        </p:nvSpPr>
        <p:spPr>
          <a:xfrm>
            <a:off x="742900" y="2158550"/>
            <a:ext cx="3213000" cy="1386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306" name="Google Shape;306;p39"/>
          <p:cNvSpPr txBox="1"/>
          <p:nvPr>
            <p:ph idx="2" type="body"/>
          </p:nvPr>
        </p:nvSpPr>
        <p:spPr>
          <a:xfrm>
            <a:off x="742900" y="2381875"/>
            <a:ext cx="3213000" cy="461700"/>
          </a:xfrm>
          <a:prstGeom prst="rect">
            <a:avLst/>
          </a:prstGeom>
          <a:noFill/>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07" name="Google Shape;307;p39"/>
          <p:cNvSpPr/>
          <p:nvPr>
            <p:ph idx="3" type="pic"/>
          </p:nvPr>
        </p:nvSpPr>
        <p:spPr>
          <a:xfrm>
            <a:off x="5402575" y="0"/>
            <a:ext cx="3739800" cy="3129600"/>
          </a:xfrm>
          <a:prstGeom prst="rect">
            <a:avLst/>
          </a:prstGeom>
          <a:noFill/>
          <a:ln cap="flat" cmpd="sng" w="9525">
            <a:solidFill>
              <a:schemeClr val="accent6"/>
            </a:solidFill>
            <a:prstDash val="solid"/>
            <a:round/>
            <a:headEnd len="sm" w="sm" type="none"/>
            <a:tailEnd len="sm" w="sm" type="none"/>
          </a:ln>
        </p:spPr>
      </p:sp>
      <p:sp>
        <p:nvSpPr>
          <p:cNvPr id="308" name="Google Shape;308;p39"/>
          <p:cNvSpPr txBox="1"/>
          <p:nvPr>
            <p:ph type="title"/>
          </p:nvPr>
        </p:nvSpPr>
        <p:spPr>
          <a:xfrm>
            <a:off x="361975" y="988550"/>
            <a:ext cx="4297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309" name="Google Shape;309;p39"/>
          <p:cNvSpPr txBox="1"/>
          <p:nvPr>
            <p:ph idx="4"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0" name="Google Shape;310;p3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11" name="Google Shape;311;p39"/>
          <p:cNvSpPr txBox="1"/>
          <p:nvPr>
            <p:ph idx="5"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2" name="Google Shape;312;p39"/>
          <p:cNvSpPr txBox="1"/>
          <p:nvPr>
            <p:ph idx="6" type="subTitle"/>
          </p:nvPr>
        </p:nvSpPr>
        <p:spPr>
          <a:xfrm>
            <a:off x="5785175" y="3335324"/>
            <a:ext cx="2991600" cy="2772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13" name="Google Shape;313;p39"/>
          <p:cNvSpPr txBox="1"/>
          <p:nvPr>
            <p:ph idx="7" type="subTitle"/>
          </p:nvPr>
        </p:nvSpPr>
        <p:spPr>
          <a:xfrm>
            <a:off x="742900" y="3910855"/>
            <a:ext cx="3213000" cy="138600"/>
          </a:xfrm>
          <a:prstGeom prst="rect">
            <a:avLst/>
          </a:prstGeom>
          <a:noFill/>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314" name="Google Shape;314;p39"/>
          <p:cNvSpPr txBox="1"/>
          <p:nvPr>
            <p:ph idx="8" type="body"/>
          </p:nvPr>
        </p:nvSpPr>
        <p:spPr>
          <a:xfrm>
            <a:off x="742900" y="4134180"/>
            <a:ext cx="3213000" cy="461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15" name="Google Shape;315;p39"/>
          <p:cNvSpPr txBox="1"/>
          <p:nvPr>
            <p:ph idx="9" type="subTitle"/>
          </p:nvPr>
        </p:nvSpPr>
        <p:spPr>
          <a:xfrm>
            <a:off x="742900" y="3050778"/>
            <a:ext cx="3213000" cy="138600"/>
          </a:xfrm>
          <a:prstGeom prst="rect">
            <a:avLst/>
          </a:prstGeom>
          <a:noFill/>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316" name="Google Shape;316;p39"/>
          <p:cNvSpPr txBox="1"/>
          <p:nvPr>
            <p:ph idx="13" type="body"/>
          </p:nvPr>
        </p:nvSpPr>
        <p:spPr>
          <a:xfrm>
            <a:off x="742900" y="3274103"/>
            <a:ext cx="3213000" cy="461700"/>
          </a:xfrm>
          <a:prstGeom prst="rect">
            <a:avLst/>
          </a:prstGeom>
          <a:noFill/>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17" name="Google Shape;317;p39"/>
          <p:cNvSpPr txBox="1"/>
          <p:nvPr>
            <p:ph idx="14" type="body"/>
          </p:nvPr>
        </p:nvSpPr>
        <p:spPr>
          <a:xfrm>
            <a:off x="5785175" y="4134175"/>
            <a:ext cx="2991600" cy="461700"/>
          </a:xfrm>
          <a:prstGeom prst="rect">
            <a:avLst/>
          </a:prstGeom>
        </p:spPr>
        <p:txBody>
          <a:bodyPr anchorCtr="0" anchor="b" bIns="0" lIns="0" spcFirstLastPara="1" rIns="0" wrap="square" tIns="0">
            <a:noAutofit/>
          </a:bodyPr>
          <a:lstStyle>
            <a:lvl1pPr indent="-292100" lvl="0" marL="457200">
              <a:spcBef>
                <a:spcPts val="0"/>
              </a:spcBef>
              <a:spcAft>
                <a:spcPts val="0"/>
              </a:spcAft>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 Alt 2">
  <p:cSld name="CUSTOM_4_1">
    <p:spTree>
      <p:nvGrpSpPr>
        <p:cNvPr id="318" name="Shape 318"/>
        <p:cNvGrpSpPr/>
        <p:nvPr/>
      </p:nvGrpSpPr>
      <p:grpSpPr>
        <a:xfrm>
          <a:off x="0" y="0"/>
          <a:ext cx="0" cy="0"/>
          <a:chOff x="0" y="0"/>
          <a:chExt cx="0" cy="0"/>
        </a:xfrm>
      </p:grpSpPr>
      <p:sp>
        <p:nvSpPr>
          <p:cNvPr id="319" name="Google Shape;319;p40"/>
          <p:cNvSpPr/>
          <p:nvPr>
            <p:ph idx="2" type="pic"/>
          </p:nvPr>
        </p:nvSpPr>
        <p:spPr>
          <a:xfrm>
            <a:off x="75" y="0"/>
            <a:ext cx="2853300" cy="2436600"/>
          </a:xfrm>
          <a:prstGeom prst="rect">
            <a:avLst/>
          </a:prstGeom>
          <a:noFill/>
          <a:ln>
            <a:noFill/>
          </a:ln>
        </p:spPr>
      </p:sp>
      <p:sp>
        <p:nvSpPr>
          <p:cNvPr id="320" name="Google Shape;320;p4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21" name="Google Shape;321;p40"/>
          <p:cNvSpPr txBox="1"/>
          <p:nvPr>
            <p:ph idx="1" type="subTitle"/>
          </p:nvPr>
        </p:nvSpPr>
        <p:spPr>
          <a:xfrm>
            <a:off x="361975" y="2614325"/>
            <a:ext cx="2061600" cy="2772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Four members">
  <p:cSld name="CUSTOM_5">
    <p:bg>
      <p:bgPr>
        <a:solidFill>
          <a:schemeClr val="lt1"/>
        </a:solidFill>
      </p:bgPr>
    </p:bg>
    <p:spTree>
      <p:nvGrpSpPr>
        <p:cNvPr id="322" name="Shape 322"/>
        <p:cNvGrpSpPr/>
        <p:nvPr/>
      </p:nvGrpSpPr>
      <p:grpSpPr>
        <a:xfrm>
          <a:off x="0" y="0"/>
          <a:ext cx="0" cy="0"/>
          <a:chOff x="0" y="0"/>
          <a:chExt cx="0" cy="0"/>
        </a:xfrm>
      </p:grpSpPr>
      <p:sp>
        <p:nvSpPr>
          <p:cNvPr id="323" name="Google Shape;323;p41"/>
          <p:cNvSpPr txBox="1"/>
          <p:nvPr>
            <p:ph idx="1" type="body"/>
          </p:nvPr>
        </p:nvSpPr>
        <p:spPr>
          <a:xfrm>
            <a:off x="352800"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24" name="Google Shape;324;p41"/>
          <p:cNvSpPr txBox="1"/>
          <p:nvPr>
            <p:ph idx="2" type="body"/>
          </p:nvPr>
        </p:nvSpPr>
        <p:spPr>
          <a:xfrm>
            <a:off x="7187875"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25" name="Google Shape;325;p41"/>
          <p:cNvSpPr txBox="1"/>
          <p:nvPr>
            <p:ph idx="3" type="body"/>
          </p:nvPr>
        </p:nvSpPr>
        <p:spPr>
          <a:xfrm>
            <a:off x="4924400"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26" name="Google Shape;326;p41"/>
          <p:cNvSpPr txBox="1"/>
          <p:nvPr>
            <p:ph idx="4" type="body"/>
          </p:nvPr>
        </p:nvSpPr>
        <p:spPr>
          <a:xfrm>
            <a:off x="2643063"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27" name="Google Shape;327;p41"/>
          <p:cNvSpPr/>
          <p:nvPr>
            <p:ph idx="5" type="pic"/>
          </p:nvPr>
        </p:nvSpPr>
        <p:spPr>
          <a:xfrm>
            <a:off x="2941550" y="1923334"/>
            <a:ext cx="991800" cy="991800"/>
          </a:xfrm>
          <a:prstGeom prst="rect">
            <a:avLst/>
          </a:prstGeom>
          <a:noFill/>
          <a:ln>
            <a:noFill/>
          </a:ln>
        </p:spPr>
      </p:sp>
      <p:sp>
        <p:nvSpPr>
          <p:cNvPr id="328" name="Google Shape;328;p41"/>
          <p:cNvSpPr/>
          <p:nvPr>
            <p:ph idx="6" type="pic"/>
          </p:nvPr>
        </p:nvSpPr>
        <p:spPr>
          <a:xfrm>
            <a:off x="5227063" y="1923334"/>
            <a:ext cx="991800" cy="991800"/>
          </a:xfrm>
          <a:prstGeom prst="rect">
            <a:avLst/>
          </a:prstGeom>
          <a:noFill/>
          <a:ln>
            <a:noFill/>
          </a:ln>
        </p:spPr>
      </p:sp>
      <p:sp>
        <p:nvSpPr>
          <p:cNvPr id="329" name="Google Shape;329;p41"/>
          <p:cNvSpPr/>
          <p:nvPr>
            <p:ph idx="7" type="pic"/>
          </p:nvPr>
        </p:nvSpPr>
        <p:spPr>
          <a:xfrm>
            <a:off x="7495263" y="1923334"/>
            <a:ext cx="991800" cy="991800"/>
          </a:xfrm>
          <a:prstGeom prst="rect">
            <a:avLst/>
          </a:prstGeom>
          <a:noFill/>
          <a:ln>
            <a:noFill/>
          </a:ln>
        </p:spPr>
      </p:sp>
      <p:cxnSp>
        <p:nvCxnSpPr>
          <p:cNvPr id="330" name="Google Shape;330;p41"/>
          <p:cNvCxnSpPr/>
          <p:nvPr/>
        </p:nvCxnSpPr>
        <p:spPr>
          <a:xfrm>
            <a:off x="2286125" y="1801500"/>
            <a:ext cx="0" cy="3342000"/>
          </a:xfrm>
          <a:prstGeom prst="straightConnector1">
            <a:avLst/>
          </a:prstGeom>
          <a:noFill/>
          <a:ln cap="flat" cmpd="sng" w="19050">
            <a:solidFill>
              <a:schemeClr val="lt1"/>
            </a:solidFill>
            <a:prstDash val="solid"/>
            <a:round/>
            <a:headEnd len="med" w="med" type="none"/>
            <a:tailEnd len="med" w="med" type="none"/>
          </a:ln>
        </p:spPr>
      </p:cxnSp>
      <p:cxnSp>
        <p:nvCxnSpPr>
          <p:cNvPr id="331" name="Google Shape;331;p41"/>
          <p:cNvCxnSpPr/>
          <p:nvPr/>
        </p:nvCxnSpPr>
        <p:spPr>
          <a:xfrm>
            <a:off x="4580525" y="1801500"/>
            <a:ext cx="0" cy="3342000"/>
          </a:xfrm>
          <a:prstGeom prst="straightConnector1">
            <a:avLst/>
          </a:prstGeom>
          <a:noFill/>
          <a:ln cap="flat" cmpd="sng" w="19050">
            <a:solidFill>
              <a:schemeClr val="lt1"/>
            </a:solidFill>
            <a:prstDash val="solid"/>
            <a:round/>
            <a:headEnd len="med" w="med" type="none"/>
            <a:tailEnd len="med" w="med" type="none"/>
          </a:ln>
        </p:spPr>
      </p:cxnSp>
      <p:cxnSp>
        <p:nvCxnSpPr>
          <p:cNvPr id="332" name="Google Shape;332;p41"/>
          <p:cNvCxnSpPr/>
          <p:nvPr/>
        </p:nvCxnSpPr>
        <p:spPr>
          <a:xfrm>
            <a:off x="6857075" y="1801500"/>
            <a:ext cx="0" cy="3342000"/>
          </a:xfrm>
          <a:prstGeom prst="straightConnector1">
            <a:avLst/>
          </a:prstGeom>
          <a:noFill/>
          <a:ln cap="flat" cmpd="sng" w="19050">
            <a:solidFill>
              <a:schemeClr val="lt1"/>
            </a:solidFill>
            <a:prstDash val="solid"/>
            <a:round/>
            <a:headEnd len="med" w="med" type="none"/>
            <a:tailEnd len="med" w="med" type="none"/>
          </a:ln>
        </p:spPr>
      </p:cxnSp>
      <p:sp>
        <p:nvSpPr>
          <p:cNvPr id="333" name="Google Shape;333;p41"/>
          <p:cNvSpPr/>
          <p:nvPr>
            <p:ph idx="8" type="pic"/>
          </p:nvPr>
        </p:nvSpPr>
        <p:spPr>
          <a:xfrm>
            <a:off x="651288" y="1923334"/>
            <a:ext cx="991800" cy="991800"/>
          </a:xfrm>
          <a:prstGeom prst="rect">
            <a:avLst/>
          </a:prstGeom>
          <a:noFill/>
          <a:ln>
            <a:noFill/>
          </a:ln>
        </p:spPr>
      </p:sp>
      <p:sp>
        <p:nvSpPr>
          <p:cNvPr id="334" name="Google Shape;334;p41"/>
          <p:cNvSpPr txBox="1"/>
          <p:nvPr>
            <p:ph type="title"/>
          </p:nvPr>
        </p:nvSpPr>
        <p:spPr>
          <a:xfrm>
            <a:off x="361975" y="962092"/>
            <a:ext cx="57186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335" name="Google Shape;335;p4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36" name="Google Shape;336;p41"/>
          <p:cNvSpPr txBox="1"/>
          <p:nvPr>
            <p:ph idx="9"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37" name="Google Shape;337;p41"/>
          <p:cNvSpPr txBox="1"/>
          <p:nvPr>
            <p:ph idx="13" type="subTitle"/>
          </p:nvPr>
        </p:nvSpPr>
        <p:spPr>
          <a:xfrm>
            <a:off x="353250"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38" name="Google Shape;338;p41"/>
          <p:cNvSpPr txBox="1"/>
          <p:nvPr>
            <p:ph idx="14" type="subTitle"/>
          </p:nvPr>
        </p:nvSpPr>
        <p:spPr>
          <a:xfrm>
            <a:off x="353250"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39" name="Google Shape;339;p41"/>
          <p:cNvSpPr txBox="1"/>
          <p:nvPr>
            <p:ph idx="15" type="subTitle"/>
          </p:nvPr>
        </p:nvSpPr>
        <p:spPr>
          <a:xfrm>
            <a:off x="353250"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340" name="Google Shape;340;p41"/>
          <p:cNvSpPr txBox="1"/>
          <p:nvPr>
            <p:ph idx="16" type="subTitle"/>
          </p:nvPr>
        </p:nvSpPr>
        <p:spPr>
          <a:xfrm>
            <a:off x="7188325"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41" name="Google Shape;341;p41"/>
          <p:cNvSpPr txBox="1"/>
          <p:nvPr>
            <p:ph idx="17" type="subTitle"/>
          </p:nvPr>
        </p:nvSpPr>
        <p:spPr>
          <a:xfrm>
            <a:off x="7188325"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42" name="Google Shape;342;p41"/>
          <p:cNvSpPr txBox="1"/>
          <p:nvPr>
            <p:ph idx="18" type="subTitle"/>
          </p:nvPr>
        </p:nvSpPr>
        <p:spPr>
          <a:xfrm>
            <a:off x="7188325"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343" name="Google Shape;343;p41"/>
          <p:cNvSpPr txBox="1"/>
          <p:nvPr>
            <p:ph idx="19" type="subTitle"/>
          </p:nvPr>
        </p:nvSpPr>
        <p:spPr>
          <a:xfrm>
            <a:off x="4924850"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44" name="Google Shape;344;p41"/>
          <p:cNvSpPr txBox="1"/>
          <p:nvPr>
            <p:ph idx="20" type="subTitle"/>
          </p:nvPr>
        </p:nvSpPr>
        <p:spPr>
          <a:xfrm>
            <a:off x="4924850"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45" name="Google Shape;345;p41"/>
          <p:cNvSpPr txBox="1"/>
          <p:nvPr>
            <p:ph idx="21" type="subTitle"/>
          </p:nvPr>
        </p:nvSpPr>
        <p:spPr>
          <a:xfrm>
            <a:off x="4924850"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346" name="Google Shape;346;p41"/>
          <p:cNvSpPr txBox="1"/>
          <p:nvPr>
            <p:ph idx="22" type="subTitle"/>
          </p:nvPr>
        </p:nvSpPr>
        <p:spPr>
          <a:xfrm>
            <a:off x="2643513"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47" name="Google Shape;347;p41"/>
          <p:cNvSpPr txBox="1"/>
          <p:nvPr>
            <p:ph idx="23" type="subTitle"/>
          </p:nvPr>
        </p:nvSpPr>
        <p:spPr>
          <a:xfrm>
            <a:off x="2643513"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48" name="Google Shape;348;p41"/>
          <p:cNvSpPr txBox="1"/>
          <p:nvPr>
            <p:ph idx="24" type="subTitle"/>
          </p:nvPr>
        </p:nvSpPr>
        <p:spPr>
          <a:xfrm>
            <a:off x="2643513"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Eight members">
  <p:cSld name="CUSTOM_6">
    <p:spTree>
      <p:nvGrpSpPr>
        <p:cNvPr id="349" name="Shape 349"/>
        <p:cNvGrpSpPr/>
        <p:nvPr/>
      </p:nvGrpSpPr>
      <p:grpSpPr>
        <a:xfrm>
          <a:off x="0" y="0"/>
          <a:ext cx="0" cy="0"/>
          <a:chOff x="0" y="0"/>
          <a:chExt cx="0" cy="0"/>
        </a:xfrm>
      </p:grpSpPr>
      <p:sp>
        <p:nvSpPr>
          <p:cNvPr id="350" name="Google Shape;350;p42"/>
          <p:cNvSpPr txBox="1"/>
          <p:nvPr>
            <p:ph idx="1" type="subTitle"/>
          </p:nvPr>
        </p:nvSpPr>
        <p:spPr>
          <a:xfrm>
            <a:off x="6750600" y="1283963"/>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51" name="Google Shape;351;p42"/>
          <p:cNvSpPr txBox="1"/>
          <p:nvPr>
            <p:ph idx="2" type="subTitle"/>
          </p:nvPr>
        </p:nvSpPr>
        <p:spPr>
          <a:xfrm>
            <a:off x="6750600" y="1054750"/>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52" name="Google Shape;352;p42"/>
          <p:cNvSpPr txBox="1"/>
          <p:nvPr>
            <p:ph idx="3" type="subTitle"/>
          </p:nvPr>
        </p:nvSpPr>
        <p:spPr>
          <a:xfrm>
            <a:off x="6750600" y="1427900"/>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53" name="Google Shape;353;p42"/>
          <p:cNvSpPr/>
          <p:nvPr>
            <p:ph idx="4" type="pic"/>
          </p:nvPr>
        </p:nvSpPr>
        <p:spPr>
          <a:xfrm>
            <a:off x="6080709" y="1066100"/>
            <a:ext cx="530400" cy="530400"/>
          </a:xfrm>
          <a:prstGeom prst="rect">
            <a:avLst/>
          </a:prstGeom>
          <a:noFill/>
          <a:ln>
            <a:noFill/>
          </a:ln>
        </p:spPr>
      </p:sp>
      <p:sp>
        <p:nvSpPr>
          <p:cNvPr id="354" name="Google Shape;354;p42"/>
          <p:cNvSpPr txBox="1"/>
          <p:nvPr>
            <p:ph idx="5" type="subTitle"/>
          </p:nvPr>
        </p:nvSpPr>
        <p:spPr>
          <a:xfrm>
            <a:off x="3824550" y="1283963"/>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55" name="Google Shape;355;p42"/>
          <p:cNvSpPr txBox="1"/>
          <p:nvPr>
            <p:ph idx="6" type="subTitle"/>
          </p:nvPr>
        </p:nvSpPr>
        <p:spPr>
          <a:xfrm>
            <a:off x="3824550" y="1054750"/>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56" name="Google Shape;356;p42"/>
          <p:cNvSpPr txBox="1"/>
          <p:nvPr>
            <p:ph idx="7" type="subTitle"/>
          </p:nvPr>
        </p:nvSpPr>
        <p:spPr>
          <a:xfrm>
            <a:off x="3824550" y="1427900"/>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57" name="Google Shape;357;p42"/>
          <p:cNvSpPr/>
          <p:nvPr>
            <p:ph idx="8" type="pic"/>
          </p:nvPr>
        </p:nvSpPr>
        <p:spPr>
          <a:xfrm>
            <a:off x="3154659" y="1066100"/>
            <a:ext cx="530400" cy="530400"/>
          </a:xfrm>
          <a:prstGeom prst="rect">
            <a:avLst/>
          </a:prstGeom>
          <a:noFill/>
          <a:ln>
            <a:noFill/>
          </a:ln>
        </p:spPr>
      </p:sp>
      <p:sp>
        <p:nvSpPr>
          <p:cNvPr id="358" name="Google Shape;358;p42"/>
          <p:cNvSpPr txBox="1"/>
          <p:nvPr>
            <p:ph idx="9" type="subTitle"/>
          </p:nvPr>
        </p:nvSpPr>
        <p:spPr>
          <a:xfrm>
            <a:off x="6750600" y="2193728"/>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59" name="Google Shape;359;p42"/>
          <p:cNvSpPr txBox="1"/>
          <p:nvPr>
            <p:ph idx="13" type="subTitle"/>
          </p:nvPr>
        </p:nvSpPr>
        <p:spPr>
          <a:xfrm>
            <a:off x="6750600" y="1964514"/>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60" name="Google Shape;360;p42"/>
          <p:cNvSpPr txBox="1"/>
          <p:nvPr>
            <p:ph idx="14" type="subTitle"/>
          </p:nvPr>
        </p:nvSpPr>
        <p:spPr>
          <a:xfrm>
            <a:off x="6750600" y="2337664"/>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61" name="Google Shape;361;p42"/>
          <p:cNvSpPr/>
          <p:nvPr>
            <p:ph idx="15" type="pic"/>
          </p:nvPr>
        </p:nvSpPr>
        <p:spPr>
          <a:xfrm>
            <a:off x="6080709" y="1975864"/>
            <a:ext cx="530400" cy="530400"/>
          </a:xfrm>
          <a:prstGeom prst="rect">
            <a:avLst/>
          </a:prstGeom>
          <a:noFill/>
          <a:ln>
            <a:noFill/>
          </a:ln>
        </p:spPr>
      </p:sp>
      <p:sp>
        <p:nvSpPr>
          <p:cNvPr id="362" name="Google Shape;362;p42"/>
          <p:cNvSpPr txBox="1"/>
          <p:nvPr>
            <p:ph idx="16" type="subTitle"/>
          </p:nvPr>
        </p:nvSpPr>
        <p:spPr>
          <a:xfrm>
            <a:off x="3824550" y="2193728"/>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63" name="Google Shape;363;p42"/>
          <p:cNvSpPr txBox="1"/>
          <p:nvPr>
            <p:ph idx="17" type="subTitle"/>
          </p:nvPr>
        </p:nvSpPr>
        <p:spPr>
          <a:xfrm>
            <a:off x="3824550" y="1964514"/>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64" name="Google Shape;364;p42"/>
          <p:cNvSpPr txBox="1"/>
          <p:nvPr>
            <p:ph idx="18" type="subTitle"/>
          </p:nvPr>
        </p:nvSpPr>
        <p:spPr>
          <a:xfrm>
            <a:off x="3824550" y="2337664"/>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65" name="Google Shape;365;p42"/>
          <p:cNvSpPr/>
          <p:nvPr>
            <p:ph idx="19" type="pic"/>
          </p:nvPr>
        </p:nvSpPr>
        <p:spPr>
          <a:xfrm>
            <a:off x="3154659" y="1975864"/>
            <a:ext cx="530400" cy="530400"/>
          </a:xfrm>
          <a:prstGeom prst="rect">
            <a:avLst/>
          </a:prstGeom>
          <a:noFill/>
          <a:ln>
            <a:noFill/>
          </a:ln>
        </p:spPr>
      </p:sp>
      <p:sp>
        <p:nvSpPr>
          <p:cNvPr id="366" name="Google Shape;366;p42"/>
          <p:cNvSpPr txBox="1"/>
          <p:nvPr>
            <p:ph idx="20" type="subTitle"/>
          </p:nvPr>
        </p:nvSpPr>
        <p:spPr>
          <a:xfrm>
            <a:off x="6750600" y="3101715"/>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67" name="Google Shape;367;p42"/>
          <p:cNvSpPr txBox="1"/>
          <p:nvPr>
            <p:ph idx="21" type="subTitle"/>
          </p:nvPr>
        </p:nvSpPr>
        <p:spPr>
          <a:xfrm>
            <a:off x="6750600" y="2872502"/>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68" name="Google Shape;368;p42"/>
          <p:cNvSpPr txBox="1"/>
          <p:nvPr>
            <p:ph idx="22" type="subTitle"/>
          </p:nvPr>
        </p:nvSpPr>
        <p:spPr>
          <a:xfrm>
            <a:off x="6750600" y="3245652"/>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69" name="Google Shape;369;p42"/>
          <p:cNvSpPr/>
          <p:nvPr>
            <p:ph idx="23" type="pic"/>
          </p:nvPr>
        </p:nvSpPr>
        <p:spPr>
          <a:xfrm>
            <a:off x="6080709" y="2883852"/>
            <a:ext cx="530400" cy="530400"/>
          </a:xfrm>
          <a:prstGeom prst="rect">
            <a:avLst/>
          </a:prstGeom>
          <a:noFill/>
          <a:ln>
            <a:noFill/>
          </a:ln>
        </p:spPr>
      </p:sp>
      <p:sp>
        <p:nvSpPr>
          <p:cNvPr id="370" name="Google Shape;370;p42"/>
          <p:cNvSpPr txBox="1"/>
          <p:nvPr>
            <p:ph idx="24" type="subTitle"/>
          </p:nvPr>
        </p:nvSpPr>
        <p:spPr>
          <a:xfrm>
            <a:off x="3824550" y="3101715"/>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71" name="Google Shape;371;p42"/>
          <p:cNvSpPr txBox="1"/>
          <p:nvPr>
            <p:ph idx="25" type="subTitle"/>
          </p:nvPr>
        </p:nvSpPr>
        <p:spPr>
          <a:xfrm>
            <a:off x="3824550" y="2872502"/>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72" name="Google Shape;372;p42"/>
          <p:cNvSpPr txBox="1"/>
          <p:nvPr>
            <p:ph idx="26" type="subTitle"/>
          </p:nvPr>
        </p:nvSpPr>
        <p:spPr>
          <a:xfrm>
            <a:off x="3824550" y="3245652"/>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73" name="Google Shape;373;p42"/>
          <p:cNvSpPr/>
          <p:nvPr>
            <p:ph idx="27" type="pic"/>
          </p:nvPr>
        </p:nvSpPr>
        <p:spPr>
          <a:xfrm>
            <a:off x="3154659" y="2883852"/>
            <a:ext cx="530400" cy="530400"/>
          </a:xfrm>
          <a:prstGeom prst="rect">
            <a:avLst/>
          </a:prstGeom>
          <a:noFill/>
          <a:ln>
            <a:noFill/>
          </a:ln>
        </p:spPr>
      </p:sp>
      <p:sp>
        <p:nvSpPr>
          <p:cNvPr id="374" name="Google Shape;374;p42"/>
          <p:cNvSpPr txBox="1"/>
          <p:nvPr>
            <p:ph idx="28" type="subTitle"/>
          </p:nvPr>
        </p:nvSpPr>
        <p:spPr>
          <a:xfrm>
            <a:off x="6750600" y="4022919"/>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75" name="Google Shape;375;p42"/>
          <p:cNvSpPr txBox="1"/>
          <p:nvPr>
            <p:ph idx="29" type="subTitle"/>
          </p:nvPr>
        </p:nvSpPr>
        <p:spPr>
          <a:xfrm>
            <a:off x="6750600" y="3793706"/>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76" name="Google Shape;376;p42"/>
          <p:cNvSpPr txBox="1"/>
          <p:nvPr>
            <p:ph idx="30" type="subTitle"/>
          </p:nvPr>
        </p:nvSpPr>
        <p:spPr>
          <a:xfrm>
            <a:off x="6750600" y="4166856"/>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77" name="Google Shape;377;p42"/>
          <p:cNvSpPr/>
          <p:nvPr>
            <p:ph idx="31" type="pic"/>
          </p:nvPr>
        </p:nvSpPr>
        <p:spPr>
          <a:xfrm>
            <a:off x="6080709" y="3805056"/>
            <a:ext cx="530400" cy="530400"/>
          </a:xfrm>
          <a:prstGeom prst="rect">
            <a:avLst/>
          </a:prstGeom>
          <a:noFill/>
          <a:ln>
            <a:noFill/>
          </a:ln>
        </p:spPr>
      </p:sp>
      <p:sp>
        <p:nvSpPr>
          <p:cNvPr id="378" name="Google Shape;378;p42"/>
          <p:cNvSpPr txBox="1"/>
          <p:nvPr>
            <p:ph idx="32" type="subTitle"/>
          </p:nvPr>
        </p:nvSpPr>
        <p:spPr>
          <a:xfrm>
            <a:off x="3824550" y="4022919"/>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79" name="Google Shape;379;p42"/>
          <p:cNvSpPr txBox="1"/>
          <p:nvPr>
            <p:ph idx="33" type="subTitle"/>
          </p:nvPr>
        </p:nvSpPr>
        <p:spPr>
          <a:xfrm>
            <a:off x="3824550" y="3793706"/>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80" name="Google Shape;380;p42"/>
          <p:cNvSpPr txBox="1"/>
          <p:nvPr>
            <p:ph idx="34" type="subTitle"/>
          </p:nvPr>
        </p:nvSpPr>
        <p:spPr>
          <a:xfrm>
            <a:off x="3824550" y="4166856"/>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81" name="Google Shape;381;p42"/>
          <p:cNvSpPr/>
          <p:nvPr>
            <p:ph idx="35" type="pic"/>
          </p:nvPr>
        </p:nvSpPr>
        <p:spPr>
          <a:xfrm>
            <a:off x="3154659" y="3805056"/>
            <a:ext cx="530400" cy="530400"/>
          </a:xfrm>
          <a:prstGeom prst="rect">
            <a:avLst/>
          </a:prstGeom>
          <a:noFill/>
          <a:ln>
            <a:noFill/>
          </a:ln>
        </p:spPr>
      </p:sp>
      <p:sp>
        <p:nvSpPr>
          <p:cNvPr id="382" name="Google Shape;382;p42"/>
          <p:cNvSpPr txBox="1"/>
          <p:nvPr>
            <p:ph type="title"/>
          </p:nvPr>
        </p:nvSpPr>
        <p:spPr>
          <a:xfrm>
            <a:off x="361975" y="962100"/>
            <a:ext cx="24507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sz="3600"/>
            </a:lvl2pPr>
            <a:lvl3pPr lvl="2">
              <a:lnSpc>
                <a:spcPct val="90000"/>
              </a:lnSpc>
              <a:spcBef>
                <a:spcPts val="0"/>
              </a:spcBef>
              <a:spcAft>
                <a:spcPts val="0"/>
              </a:spcAft>
              <a:buNone/>
              <a:defRPr sz="3600"/>
            </a:lvl3pPr>
            <a:lvl4pPr lvl="3">
              <a:lnSpc>
                <a:spcPct val="90000"/>
              </a:lnSpc>
              <a:spcBef>
                <a:spcPts val="0"/>
              </a:spcBef>
              <a:spcAft>
                <a:spcPts val="0"/>
              </a:spcAft>
              <a:buNone/>
              <a:defRPr sz="3600"/>
            </a:lvl4pPr>
            <a:lvl5pPr lvl="4">
              <a:lnSpc>
                <a:spcPct val="90000"/>
              </a:lnSpc>
              <a:spcBef>
                <a:spcPts val="0"/>
              </a:spcBef>
              <a:spcAft>
                <a:spcPts val="0"/>
              </a:spcAft>
              <a:buNone/>
              <a:defRPr sz="3600"/>
            </a:lvl5pPr>
            <a:lvl6pPr lvl="5">
              <a:lnSpc>
                <a:spcPct val="90000"/>
              </a:lnSpc>
              <a:spcBef>
                <a:spcPts val="0"/>
              </a:spcBef>
              <a:spcAft>
                <a:spcPts val="0"/>
              </a:spcAft>
              <a:buNone/>
              <a:defRPr sz="3600"/>
            </a:lvl6pPr>
            <a:lvl7pPr lvl="6">
              <a:lnSpc>
                <a:spcPct val="90000"/>
              </a:lnSpc>
              <a:spcBef>
                <a:spcPts val="0"/>
              </a:spcBef>
              <a:spcAft>
                <a:spcPts val="0"/>
              </a:spcAft>
              <a:buNone/>
              <a:defRPr sz="3600"/>
            </a:lvl7pPr>
            <a:lvl8pPr lvl="7">
              <a:lnSpc>
                <a:spcPct val="90000"/>
              </a:lnSpc>
              <a:spcBef>
                <a:spcPts val="0"/>
              </a:spcBef>
              <a:spcAft>
                <a:spcPts val="0"/>
              </a:spcAft>
              <a:buNone/>
              <a:defRPr sz="3600"/>
            </a:lvl8pPr>
            <a:lvl9pPr lvl="8">
              <a:lnSpc>
                <a:spcPct val="90000"/>
              </a:lnSpc>
              <a:spcBef>
                <a:spcPts val="0"/>
              </a:spcBef>
              <a:spcAft>
                <a:spcPts val="0"/>
              </a:spcAft>
              <a:buNone/>
              <a:defRPr sz="3600"/>
            </a:lvl9pPr>
          </a:lstStyle>
          <a:p/>
        </p:txBody>
      </p:sp>
      <p:sp>
        <p:nvSpPr>
          <p:cNvPr id="383" name="Google Shape;383;p4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84" name="Google Shape;384;p42"/>
          <p:cNvSpPr txBox="1"/>
          <p:nvPr>
            <p:ph idx="36"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otlight - Alt 2">
  <p:cSld name="CUSTOM_7_1">
    <p:bg>
      <p:bgPr>
        <a:solidFill>
          <a:schemeClr val="accent2"/>
        </a:solidFill>
      </p:bgPr>
    </p:bg>
    <p:spTree>
      <p:nvGrpSpPr>
        <p:cNvPr id="385" name="Shape 385"/>
        <p:cNvGrpSpPr/>
        <p:nvPr/>
      </p:nvGrpSpPr>
      <p:grpSpPr>
        <a:xfrm>
          <a:off x="0" y="0"/>
          <a:ext cx="0" cy="0"/>
          <a:chOff x="0" y="0"/>
          <a:chExt cx="0" cy="0"/>
        </a:xfrm>
      </p:grpSpPr>
      <p:sp>
        <p:nvSpPr>
          <p:cNvPr id="386" name="Google Shape;386;p43"/>
          <p:cNvSpPr/>
          <p:nvPr/>
        </p:nvSpPr>
        <p:spPr>
          <a:xfrm>
            <a:off x="0" y="0"/>
            <a:ext cx="45675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387" name="Google Shape;387;p43"/>
          <p:cNvSpPr txBox="1"/>
          <p:nvPr>
            <p:ph type="title"/>
          </p:nvPr>
        </p:nvSpPr>
        <p:spPr>
          <a:xfrm>
            <a:off x="4975925" y="989088"/>
            <a:ext cx="37836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sz="3600"/>
            </a:lvl2pPr>
            <a:lvl3pPr lvl="2">
              <a:lnSpc>
                <a:spcPct val="90000"/>
              </a:lnSpc>
              <a:spcBef>
                <a:spcPts val="0"/>
              </a:spcBef>
              <a:spcAft>
                <a:spcPts val="0"/>
              </a:spcAft>
              <a:buNone/>
              <a:defRPr sz="3600"/>
            </a:lvl3pPr>
            <a:lvl4pPr lvl="3">
              <a:lnSpc>
                <a:spcPct val="90000"/>
              </a:lnSpc>
              <a:spcBef>
                <a:spcPts val="0"/>
              </a:spcBef>
              <a:spcAft>
                <a:spcPts val="0"/>
              </a:spcAft>
              <a:buNone/>
              <a:defRPr sz="3600"/>
            </a:lvl4pPr>
            <a:lvl5pPr lvl="4">
              <a:lnSpc>
                <a:spcPct val="90000"/>
              </a:lnSpc>
              <a:spcBef>
                <a:spcPts val="0"/>
              </a:spcBef>
              <a:spcAft>
                <a:spcPts val="0"/>
              </a:spcAft>
              <a:buNone/>
              <a:defRPr sz="3600"/>
            </a:lvl5pPr>
            <a:lvl6pPr lvl="5">
              <a:lnSpc>
                <a:spcPct val="90000"/>
              </a:lnSpc>
              <a:spcBef>
                <a:spcPts val="0"/>
              </a:spcBef>
              <a:spcAft>
                <a:spcPts val="0"/>
              </a:spcAft>
              <a:buNone/>
              <a:defRPr sz="3600"/>
            </a:lvl6pPr>
            <a:lvl7pPr lvl="6">
              <a:lnSpc>
                <a:spcPct val="90000"/>
              </a:lnSpc>
              <a:spcBef>
                <a:spcPts val="0"/>
              </a:spcBef>
              <a:spcAft>
                <a:spcPts val="0"/>
              </a:spcAft>
              <a:buNone/>
              <a:defRPr sz="3600"/>
            </a:lvl7pPr>
            <a:lvl8pPr lvl="7">
              <a:lnSpc>
                <a:spcPct val="90000"/>
              </a:lnSpc>
              <a:spcBef>
                <a:spcPts val="0"/>
              </a:spcBef>
              <a:spcAft>
                <a:spcPts val="0"/>
              </a:spcAft>
              <a:buNone/>
              <a:defRPr sz="3600"/>
            </a:lvl8pPr>
            <a:lvl9pPr lvl="8">
              <a:lnSpc>
                <a:spcPct val="90000"/>
              </a:lnSpc>
              <a:spcBef>
                <a:spcPts val="0"/>
              </a:spcBef>
              <a:spcAft>
                <a:spcPts val="0"/>
              </a:spcAft>
              <a:buNone/>
              <a:defRPr sz="3600"/>
            </a:lvl9pPr>
          </a:lstStyle>
          <a:p/>
        </p:txBody>
      </p:sp>
      <p:sp>
        <p:nvSpPr>
          <p:cNvPr id="388" name="Google Shape;388;p43"/>
          <p:cNvSpPr/>
          <p:nvPr>
            <p:ph idx="2" type="pic"/>
          </p:nvPr>
        </p:nvSpPr>
        <p:spPr>
          <a:xfrm flipH="1">
            <a:off x="953803" y="1066100"/>
            <a:ext cx="2664300" cy="3002700"/>
          </a:xfrm>
          <a:prstGeom prst="rect">
            <a:avLst/>
          </a:prstGeom>
          <a:noFill/>
          <a:ln>
            <a:noFill/>
          </a:ln>
        </p:spPr>
      </p:sp>
      <p:sp>
        <p:nvSpPr>
          <p:cNvPr id="389" name="Google Shape;389;p43"/>
          <p:cNvSpPr txBox="1"/>
          <p:nvPr>
            <p:ph idx="1" type="body"/>
          </p:nvPr>
        </p:nvSpPr>
        <p:spPr>
          <a:xfrm>
            <a:off x="4975925" y="4125662"/>
            <a:ext cx="3783600" cy="461700"/>
          </a:xfrm>
          <a:prstGeom prst="rect">
            <a:avLst/>
          </a:prstGeom>
          <a:noFill/>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90" name="Google Shape;390;p4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91" name="Google Shape;391;p43"/>
          <p:cNvSpPr txBox="1"/>
          <p:nvPr>
            <p:ph idx="3" type="body"/>
          </p:nvPr>
        </p:nvSpPr>
        <p:spPr>
          <a:xfrm>
            <a:off x="4975925" y="1943891"/>
            <a:ext cx="3783600" cy="1243200"/>
          </a:xfrm>
          <a:prstGeom prst="rect">
            <a:avLst/>
          </a:prstGeom>
          <a:noFill/>
        </p:spPr>
        <p:txBody>
          <a:bodyPr anchorCtr="0" anchor="t" bIns="0" lIns="0" spcFirstLastPara="1" rIns="0" wrap="square" tIns="0">
            <a:noAutofit/>
          </a:bodyPr>
          <a:lstStyle>
            <a:lvl1pPr indent="-330200" lvl="0" marL="457200">
              <a:spcBef>
                <a:spcPts val="0"/>
              </a:spcBef>
              <a:spcAft>
                <a:spcPts val="0"/>
              </a:spcAft>
              <a:buClr>
                <a:schemeClr val="lt1"/>
              </a:buClr>
              <a:buSzPts val="1600"/>
              <a:buFont typeface="Newsreader"/>
              <a:buChar char="●"/>
              <a:defRPr sz="1600">
                <a:latin typeface="Newsreader"/>
                <a:ea typeface="Newsreader"/>
                <a:cs typeface="Newsreader"/>
                <a:sym typeface="Newsreader"/>
              </a:defRPr>
            </a:lvl1pPr>
            <a:lvl2pPr indent="-330200" lvl="1" marL="914400">
              <a:spcBef>
                <a:spcPts val="0"/>
              </a:spcBef>
              <a:spcAft>
                <a:spcPts val="0"/>
              </a:spcAft>
              <a:buClr>
                <a:schemeClr val="lt1"/>
              </a:buClr>
              <a:buSzPts val="1600"/>
              <a:buFont typeface="Newsreader"/>
              <a:buChar char="○"/>
              <a:defRPr sz="1600">
                <a:latin typeface="Newsreader"/>
                <a:ea typeface="Newsreader"/>
                <a:cs typeface="Newsreader"/>
                <a:sym typeface="Newsreader"/>
              </a:defRPr>
            </a:lvl2pPr>
            <a:lvl3pPr indent="-330200" lvl="2" marL="1371600">
              <a:spcBef>
                <a:spcPts val="0"/>
              </a:spcBef>
              <a:spcAft>
                <a:spcPts val="0"/>
              </a:spcAft>
              <a:buClr>
                <a:schemeClr val="lt1"/>
              </a:buClr>
              <a:buSzPts val="1600"/>
              <a:buFont typeface="Newsreader"/>
              <a:buChar char="■"/>
              <a:defRPr sz="1600">
                <a:latin typeface="Newsreader"/>
                <a:ea typeface="Newsreader"/>
                <a:cs typeface="Newsreader"/>
                <a:sym typeface="Newsreader"/>
              </a:defRPr>
            </a:lvl3pPr>
            <a:lvl4pPr indent="-330200" lvl="3" marL="1828800">
              <a:spcBef>
                <a:spcPts val="0"/>
              </a:spcBef>
              <a:spcAft>
                <a:spcPts val="0"/>
              </a:spcAft>
              <a:buClr>
                <a:schemeClr val="lt1"/>
              </a:buClr>
              <a:buSzPts val="1600"/>
              <a:buFont typeface="Newsreader"/>
              <a:buChar char="●"/>
              <a:defRPr sz="1600">
                <a:latin typeface="Newsreader"/>
                <a:ea typeface="Newsreader"/>
                <a:cs typeface="Newsreader"/>
                <a:sym typeface="Newsreader"/>
              </a:defRPr>
            </a:lvl4pPr>
            <a:lvl5pPr indent="-330200" lvl="4" marL="2286000">
              <a:spcBef>
                <a:spcPts val="0"/>
              </a:spcBef>
              <a:spcAft>
                <a:spcPts val="0"/>
              </a:spcAft>
              <a:buClr>
                <a:schemeClr val="lt1"/>
              </a:buClr>
              <a:buSzPts val="1600"/>
              <a:buFont typeface="Newsreader"/>
              <a:buChar char="○"/>
              <a:defRPr sz="1600">
                <a:latin typeface="Newsreader"/>
                <a:ea typeface="Newsreader"/>
                <a:cs typeface="Newsreader"/>
                <a:sym typeface="Newsreader"/>
              </a:defRPr>
            </a:lvl5pPr>
            <a:lvl6pPr indent="-330200" lvl="5" marL="2743200">
              <a:spcBef>
                <a:spcPts val="0"/>
              </a:spcBef>
              <a:spcAft>
                <a:spcPts val="0"/>
              </a:spcAft>
              <a:buClr>
                <a:schemeClr val="lt1"/>
              </a:buClr>
              <a:buSzPts val="1600"/>
              <a:buFont typeface="Newsreader"/>
              <a:buChar char="■"/>
              <a:defRPr sz="1600">
                <a:latin typeface="Newsreader"/>
                <a:ea typeface="Newsreader"/>
                <a:cs typeface="Newsreader"/>
                <a:sym typeface="Newsreader"/>
              </a:defRPr>
            </a:lvl6pPr>
            <a:lvl7pPr indent="-330200" lvl="6" marL="3200400">
              <a:spcBef>
                <a:spcPts val="0"/>
              </a:spcBef>
              <a:spcAft>
                <a:spcPts val="0"/>
              </a:spcAft>
              <a:buClr>
                <a:schemeClr val="lt1"/>
              </a:buClr>
              <a:buSzPts val="1600"/>
              <a:buFont typeface="Newsreader"/>
              <a:buChar char="●"/>
              <a:defRPr sz="1600">
                <a:latin typeface="Newsreader"/>
                <a:ea typeface="Newsreader"/>
                <a:cs typeface="Newsreader"/>
                <a:sym typeface="Newsreader"/>
              </a:defRPr>
            </a:lvl7pPr>
            <a:lvl8pPr indent="-330200" lvl="7" marL="3657600">
              <a:spcBef>
                <a:spcPts val="0"/>
              </a:spcBef>
              <a:spcAft>
                <a:spcPts val="0"/>
              </a:spcAft>
              <a:buClr>
                <a:schemeClr val="lt1"/>
              </a:buClr>
              <a:buSzPts val="1600"/>
              <a:buFont typeface="Newsreader"/>
              <a:buChar char="○"/>
              <a:defRPr sz="1600">
                <a:latin typeface="Newsreader"/>
                <a:ea typeface="Newsreader"/>
                <a:cs typeface="Newsreader"/>
                <a:sym typeface="Newsreader"/>
              </a:defRPr>
            </a:lvl8pPr>
            <a:lvl9pPr indent="-330200" lvl="8" marL="4114800">
              <a:spcBef>
                <a:spcPts val="0"/>
              </a:spcBef>
              <a:spcAft>
                <a:spcPts val="0"/>
              </a:spcAft>
              <a:buClr>
                <a:schemeClr val="lt1"/>
              </a:buClr>
              <a:buSzPts val="1600"/>
              <a:buFont typeface="Newsreader"/>
              <a:buChar char="■"/>
              <a:defRPr sz="1600">
                <a:latin typeface="Newsreader"/>
                <a:ea typeface="Newsreader"/>
                <a:cs typeface="Newsreader"/>
                <a:sym typeface="Newsreader"/>
              </a:defRPr>
            </a:lvl9pPr>
          </a:lstStyle>
          <a:p/>
        </p:txBody>
      </p:sp>
      <p:sp>
        <p:nvSpPr>
          <p:cNvPr id="392" name="Google Shape;392;p43"/>
          <p:cNvSpPr txBox="1"/>
          <p:nvPr>
            <p:ph idx="4" type="subTitle"/>
          </p:nvPr>
        </p:nvSpPr>
        <p:spPr>
          <a:xfrm>
            <a:off x="4975925" y="732775"/>
            <a:ext cx="37836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393" name="Google Shape;393;p43"/>
          <p:cNvSpPr txBox="1"/>
          <p:nvPr>
            <p:ph idx="5" type="subTitle"/>
          </p:nvPr>
        </p:nvSpPr>
        <p:spPr>
          <a:xfrm>
            <a:off x="4975925" y="1647132"/>
            <a:ext cx="3783600" cy="138600"/>
          </a:xfrm>
          <a:prstGeom prst="rect">
            <a:avLst/>
          </a:prstGeom>
        </p:spPr>
        <p:txBody>
          <a:bodyPr anchorCtr="0" anchor="t" bIns="0" lIns="0" spcFirstLastPara="1" rIns="0" wrap="square" tIns="0">
            <a:noAutofit/>
          </a:bodyPr>
          <a:lstStyle>
            <a:lvl1pPr lvl="0">
              <a:spcBef>
                <a:spcPts val="0"/>
              </a:spcBef>
              <a:spcAft>
                <a:spcPts val="0"/>
              </a:spcAft>
              <a:buSzPts val="900"/>
              <a:buNone/>
              <a:defRPr sz="900"/>
            </a:lvl1pPr>
            <a:lvl2pPr lvl="1">
              <a:spcBef>
                <a:spcPts val="0"/>
              </a:spcBef>
              <a:spcAft>
                <a:spcPts val="0"/>
              </a:spcAft>
              <a:buSzPts val="900"/>
              <a:buNone/>
              <a:defRPr sz="900"/>
            </a:lvl2pPr>
            <a:lvl3pPr lvl="2">
              <a:spcBef>
                <a:spcPts val="0"/>
              </a:spcBef>
              <a:spcAft>
                <a:spcPts val="0"/>
              </a:spcAft>
              <a:buSzPts val="900"/>
              <a:buNone/>
              <a:defRPr sz="900"/>
            </a:lvl3pPr>
            <a:lvl4pPr lvl="3">
              <a:spcBef>
                <a:spcPts val="0"/>
              </a:spcBef>
              <a:spcAft>
                <a:spcPts val="0"/>
              </a:spcAft>
              <a:buSzPts val="900"/>
              <a:buNone/>
              <a:defRPr sz="900"/>
            </a:lvl4pPr>
            <a:lvl5pPr lvl="4">
              <a:spcBef>
                <a:spcPts val="0"/>
              </a:spcBef>
              <a:spcAft>
                <a:spcPts val="0"/>
              </a:spcAft>
              <a:buSzPts val="900"/>
              <a:buNone/>
              <a:defRPr sz="900"/>
            </a:lvl5pPr>
            <a:lvl6pPr lvl="5">
              <a:spcBef>
                <a:spcPts val="0"/>
              </a:spcBef>
              <a:spcAft>
                <a:spcPts val="0"/>
              </a:spcAft>
              <a:buSzPts val="900"/>
              <a:buNone/>
              <a:defRPr sz="900"/>
            </a:lvl6pPr>
            <a:lvl7pPr lvl="6">
              <a:spcBef>
                <a:spcPts val="0"/>
              </a:spcBef>
              <a:spcAft>
                <a:spcPts val="0"/>
              </a:spcAft>
              <a:buSzPts val="900"/>
              <a:buNone/>
              <a:defRPr sz="900"/>
            </a:lvl7pPr>
            <a:lvl8pPr lvl="7">
              <a:spcBef>
                <a:spcPts val="0"/>
              </a:spcBef>
              <a:spcAft>
                <a:spcPts val="0"/>
              </a:spcAft>
              <a:buSzPts val="900"/>
              <a:buNone/>
              <a:defRPr sz="900"/>
            </a:lvl8pPr>
            <a:lvl9pPr lvl="8">
              <a:spcBef>
                <a:spcPts val="0"/>
              </a:spcBef>
              <a:spcAft>
                <a:spcPts val="0"/>
              </a:spcAft>
              <a:buSzPts val="900"/>
              <a:buNone/>
              <a:defRPr sz="900"/>
            </a:lvl9pPr>
          </a:lstStyle>
          <a:p/>
        </p:txBody>
      </p:sp>
      <p:sp>
        <p:nvSpPr>
          <p:cNvPr id="394" name="Google Shape;394;p43"/>
          <p:cNvSpPr txBox="1"/>
          <p:nvPr>
            <p:ph idx="6"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r chart background">
  <p:cSld name="CUSTOM_8">
    <p:spTree>
      <p:nvGrpSpPr>
        <p:cNvPr id="395" name="Shape 395"/>
        <p:cNvGrpSpPr/>
        <p:nvPr/>
      </p:nvGrpSpPr>
      <p:grpSpPr>
        <a:xfrm>
          <a:off x="0" y="0"/>
          <a:ext cx="0" cy="0"/>
          <a:chOff x="0" y="0"/>
          <a:chExt cx="0" cy="0"/>
        </a:xfrm>
      </p:grpSpPr>
      <p:grpSp>
        <p:nvGrpSpPr>
          <p:cNvPr id="396" name="Google Shape;396;p44"/>
          <p:cNvGrpSpPr/>
          <p:nvPr/>
        </p:nvGrpSpPr>
        <p:grpSpPr>
          <a:xfrm>
            <a:off x="49" y="514398"/>
            <a:ext cx="9144297" cy="4115162"/>
            <a:chOff x="-18500" y="514395"/>
            <a:chExt cx="9219900" cy="4115162"/>
          </a:xfrm>
        </p:grpSpPr>
        <p:cxnSp>
          <p:nvCxnSpPr>
            <p:cNvPr id="397" name="Google Shape;397;p44"/>
            <p:cNvCxnSpPr/>
            <p:nvPr/>
          </p:nvCxnSpPr>
          <p:spPr>
            <a:xfrm>
              <a:off x="-18500" y="1028790"/>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8" name="Google Shape;398;p44"/>
            <p:cNvCxnSpPr/>
            <p:nvPr/>
          </p:nvCxnSpPr>
          <p:spPr>
            <a:xfrm>
              <a:off x="-18500" y="4629557"/>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9" name="Google Shape;399;p44"/>
            <p:cNvCxnSpPr/>
            <p:nvPr/>
          </p:nvCxnSpPr>
          <p:spPr>
            <a:xfrm>
              <a:off x="-18500" y="4115162"/>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400" name="Google Shape;400;p44"/>
            <p:cNvCxnSpPr/>
            <p:nvPr/>
          </p:nvCxnSpPr>
          <p:spPr>
            <a:xfrm>
              <a:off x="-18500" y="3600767"/>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401" name="Google Shape;401;p44"/>
            <p:cNvCxnSpPr/>
            <p:nvPr/>
          </p:nvCxnSpPr>
          <p:spPr>
            <a:xfrm>
              <a:off x="-18500" y="3086371"/>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402" name="Google Shape;402;p44"/>
            <p:cNvCxnSpPr/>
            <p:nvPr/>
          </p:nvCxnSpPr>
          <p:spPr>
            <a:xfrm>
              <a:off x="-18500" y="2571976"/>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403" name="Google Shape;403;p44"/>
            <p:cNvCxnSpPr/>
            <p:nvPr/>
          </p:nvCxnSpPr>
          <p:spPr>
            <a:xfrm>
              <a:off x="-18500" y="2057581"/>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404" name="Google Shape;404;p44"/>
            <p:cNvCxnSpPr/>
            <p:nvPr/>
          </p:nvCxnSpPr>
          <p:spPr>
            <a:xfrm>
              <a:off x="-18500" y="1543186"/>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405" name="Google Shape;405;p44"/>
            <p:cNvCxnSpPr/>
            <p:nvPr/>
          </p:nvCxnSpPr>
          <p:spPr>
            <a:xfrm>
              <a:off x="-18500" y="514395"/>
              <a:ext cx="9219900" cy="0"/>
            </a:xfrm>
            <a:prstGeom prst="straightConnector1">
              <a:avLst/>
            </a:prstGeom>
            <a:noFill/>
            <a:ln cap="flat" cmpd="sng" w="9525">
              <a:solidFill>
                <a:schemeClr val="accent6"/>
              </a:solidFill>
              <a:prstDash val="solid"/>
              <a:round/>
              <a:headEnd len="med" w="med" type="none"/>
              <a:tailEnd len="med" w="med" type="none"/>
            </a:ln>
          </p:spPr>
        </p:cxnSp>
      </p:grpSp>
      <p:sp>
        <p:nvSpPr>
          <p:cNvPr id="406" name="Google Shape;406;p4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407" name="Google Shape;407;p4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8" name="Google Shape;408;p44"/>
          <p:cNvSpPr txBox="1"/>
          <p:nvPr>
            <p:ph idx="2"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p:cSld name="CUSTOM_8_1">
    <p:bg>
      <p:bgPr>
        <a:solidFill>
          <a:schemeClr val="accent2"/>
        </a:solidFill>
      </p:bgPr>
    </p:bg>
    <p:spTree>
      <p:nvGrpSpPr>
        <p:cNvPr id="409" name="Shape 409"/>
        <p:cNvGrpSpPr/>
        <p:nvPr/>
      </p:nvGrpSpPr>
      <p:grpSpPr>
        <a:xfrm>
          <a:off x="0" y="0"/>
          <a:ext cx="0" cy="0"/>
          <a:chOff x="0" y="0"/>
          <a:chExt cx="0" cy="0"/>
        </a:xfrm>
      </p:grpSpPr>
      <p:sp>
        <p:nvSpPr>
          <p:cNvPr id="410" name="Google Shape;410;p45"/>
          <p:cNvSpPr/>
          <p:nvPr/>
        </p:nvSpPr>
        <p:spPr>
          <a:xfrm>
            <a:off x="50" y="-300"/>
            <a:ext cx="67089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11" name="Google Shape;411;p45"/>
          <p:cNvSpPr txBox="1"/>
          <p:nvPr>
            <p:ph type="title"/>
          </p:nvPr>
        </p:nvSpPr>
        <p:spPr>
          <a:xfrm>
            <a:off x="451472" y="2024100"/>
            <a:ext cx="4163100" cy="13725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4200">
                <a:solidFill>
                  <a:schemeClr val="dk1"/>
                </a:solidFill>
              </a:defRPr>
            </a:lvl1pPr>
            <a:lvl2pPr lvl="1">
              <a:lnSpc>
                <a:spcPct val="90000"/>
              </a:lnSpc>
              <a:spcBef>
                <a:spcPts val="0"/>
              </a:spcBef>
              <a:spcAft>
                <a:spcPts val="0"/>
              </a:spcAft>
              <a:buNone/>
              <a:defRPr sz="4200">
                <a:solidFill>
                  <a:schemeClr val="dk1"/>
                </a:solidFill>
              </a:defRPr>
            </a:lvl2pPr>
            <a:lvl3pPr lvl="2">
              <a:lnSpc>
                <a:spcPct val="90000"/>
              </a:lnSpc>
              <a:spcBef>
                <a:spcPts val="0"/>
              </a:spcBef>
              <a:spcAft>
                <a:spcPts val="0"/>
              </a:spcAft>
              <a:buNone/>
              <a:defRPr sz="4200">
                <a:solidFill>
                  <a:schemeClr val="dk1"/>
                </a:solidFill>
              </a:defRPr>
            </a:lvl3pPr>
            <a:lvl4pPr lvl="3">
              <a:lnSpc>
                <a:spcPct val="90000"/>
              </a:lnSpc>
              <a:spcBef>
                <a:spcPts val="0"/>
              </a:spcBef>
              <a:spcAft>
                <a:spcPts val="0"/>
              </a:spcAft>
              <a:buNone/>
              <a:defRPr sz="4200">
                <a:solidFill>
                  <a:schemeClr val="dk1"/>
                </a:solidFill>
              </a:defRPr>
            </a:lvl4pPr>
            <a:lvl5pPr lvl="4">
              <a:lnSpc>
                <a:spcPct val="90000"/>
              </a:lnSpc>
              <a:spcBef>
                <a:spcPts val="0"/>
              </a:spcBef>
              <a:spcAft>
                <a:spcPts val="0"/>
              </a:spcAft>
              <a:buNone/>
              <a:defRPr sz="4200">
                <a:solidFill>
                  <a:schemeClr val="dk1"/>
                </a:solidFill>
              </a:defRPr>
            </a:lvl5pPr>
            <a:lvl6pPr lvl="5">
              <a:lnSpc>
                <a:spcPct val="90000"/>
              </a:lnSpc>
              <a:spcBef>
                <a:spcPts val="0"/>
              </a:spcBef>
              <a:spcAft>
                <a:spcPts val="0"/>
              </a:spcAft>
              <a:buNone/>
              <a:defRPr sz="4200">
                <a:solidFill>
                  <a:schemeClr val="dk1"/>
                </a:solidFill>
              </a:defRPr>
            </a:lvl6pPr>
            <a:lvl7pPr lvl="6">
              <a:lnSpc>
                <a:spcPct val="90000"/>
              </a:lnSpc>
              <a:spcBef>
                <a:spcPts val="0"/>
              </a:spcBef>
              <a:spcAft>
                <a:spcPts val="0"/>
              </a:spcAft>
              <a:buNone/>
              <a:defRPr sz="4200">
                <a:solidFill>
                  <a:schemeClr val="dk1"/>
                </a:solidFill>
              </a:defRPr>
            </a:lvl7pPr>
            <a:lvl8pPr lvl="7">
              <a:lnSpc>
                <a:spcPct val="90000"/>
              </a:lnSpc>
              <a:spcBef>
                <a:spcPts val="0"/>
              </a:spcBef>
              <a:spcAft>
                <a:spcPts val="0"/>
              </a:spcAft>
              <a:buNone/>
              <a:defRPr sz="4200">
                <a:solidFill>
                  <a:schemeClr val="dk1"/>
                </a:solidFill>
              </a:defRPr>
            </a:lvl8pPr>
            <a:lvl9pPr lvl="8">
              <a:lnSpc>
                <a:spcPct val="90000"/>
              </a:lnSpc>
              <a:spcBef>
                <a:spcPts val="0"/>
              </a:spcBef>
              <a:spcAft>
                <a:spcPts val="0"/>
              </a:spcAft>
              <a:buNone/>
              <a:defRPr sz="4200">
                <a:solidFill>
                  <a:schemeClr val="dk1"/>
                </a:solidFill>
              </a:defRPr>
            </a:lvl9pPr>
          </a:lstStyle>
          <a:p/>
        </p:txBody>
      </p:sp>
      <p:sp>
        <p:nvSpPr>
          <p:cNvPr id="412" name="Google Shape;412;p45"/>
          <p:cNvSpPr txBox="1"/>
          <p:nvPr>
            <p:ph idx="1" type="subTitle"/>
          </p:nvPr>
        </p:nvSpPr>
        <p:spPr>
          <a:xfrm>
            <a:off x="451475" y="3776250"/>
            <a:ext cx="4163100" cy="4269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1pPr>
            <a:lvl2pPr lvl="1">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2pPr>
            <a:lvl3pPr lvl="2">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3pPr>
            <a:lvl4pPr lvl="3">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4pPr>
            <a:lvl5pPr lvl="4">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5pPr>
            <a:lvl6pPr lvl="5">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6pPr>
            <a:lvl7pPr lvl="6">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7pPr>
            <a:lvl8pPr lvl="7">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8pPr>
            <a:lvl9pPr lvl="8">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413" name="Shape 413"/>
        <p:cNvGrpSpPr/>
        <p:nvPr/>
      </p:nvGrpSpPr>
      <p:grpSpPr>
        <a:xfrm>
          <a:off x="0" y="0"/>
          <a:ext cx="0" cy="0"/>
          <a:chOff x="0" y="0"/>
          <a:chExt cx="0" cy="0"/>
        </a:xfrm>
      </p:grpSpPr>
      <p:sp>
        <p:nvSpPr>
          <p:cNvPr id="414" name="Google Shape;414;p4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415" name="Google Shape;415;p4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416" name="Shape 416"/>
        <p:cNvGrpSpPr/>
        <p:nvPr/>
      </p:nvGrpSpPr>
      <p:grpSpPr>
        <a:xfrm>
          <a:off x="0" y="0"/>
          <a:ext cx="0" cy="0"/>
          <a:chOff x="0" y="0"/>
          <a:chExt cx="0" cy="0"/>
        </a:xfrm>
      </p:grpSpPr>
      <p:sp>
        <p:nvSpPr>
          <p:cNvPr id="417" name="Google Shape;417;p4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418" name="Shape 418"/>
        <p:cNvGrpSpPr/>
        <p:nvPr/>
      </p:nvGrpSpPr>
      <p:grpSpPr>
        <a:xfrm>
          <a:off x="0" y="0"/>
          <a:ext cx="0" cy="0"/>
          <a:chOff x="0" y="0"/>
          <a:chExt cx="0" cy="0"/>
        </a:xfrm>
      </p:grpSpPr>
      <p:sp>
        <p:nvSpPr>
          <p:cNvPr id="419" name="Google Shape;419;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0" name="Google Shape;420;p4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421" name="Shape 421"/>
        <p:cNvGrpSpPr/>
        <p:nvPr/>
      </p:nvGrpSpPr>
      <p:grpSpPr>
        <a:xfrm>
          <a:off x="0" y="0"/>
          <a:ext cx="0" cy="0"/>
          <a:chOff x="0" y="0"/>
          <a:chExt cx="0" cy="0"/>
        </a:xfrm>
      </p:grpSpPr>
      <p:sp>
        <p:nvSpPr>
          <p:cNvPr id="422" name="Google Shape;422;p4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3" name="Google Shape;423;p4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4" name="Google Shape;424;p49"/>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25" name="Shape 425"/>
        <p:cNvGrpSpPr/>
        <p:nvPr/>
      </p:nvGrpSpPr>
      <p:grpSpPr>
        <a:xfrm>
          <a:off x="0" y="0"/>
          <a:ext cx="0" cy="0"/>
          <a:chOff x="0" y="0"/>
          <a:chExt cx="0" cy="0"/>
        </a:xfrm>
      </p:grpSpPr>
      <p:sp>
        <p:nvSpPr>
          <p:cNvPr id="426" name="Google Shape;426;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427" name="Shape 427"/>
        <p:cNvGrpSpPr/>
        <p:nvPr/>
      </p:nvGrpSpPr>
      <p:grpSpPr>
        <a:xfrm>
          <a:off x="0" y="0"/>
          <a:ext cx="0" cy="0"/>
          <a:chOff x="0" y="0"/>
          <a:chExt cx="0" cy="0"/>
        </a:xfrm>
      </p:grpSpPr>
      <p:sp>
        <p:nvSpPr>
          <p:cNvPr id="428" name="Google Shape;428;p51"/>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9" name="Google Shape;429;p51"/>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430" name="Shape 430"/>
        <p:cNvGrpSpPr/>
        <p:nvPr/>
      </p:nvGrpSpPr>
      <p:grpSpPr>
        <a:xfrm>
          <a:off x="0" y="0"/>
          <a:ext cx="0" cy="0"/>
          <a:chOff x="0" y="0"/>
          <a:chExt cx="0" cy="0"/>
        </a:xfrm>
      </p:grpSpPr>
      <p:sp>
        <p:nvSpPr>
          <p:cNvPr id="431" name="Google Shape;431;p52"/>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432" name="Shape 432"/>
        <p:cNvGrpSpPr/>
        <p:nvPr/>
      </p:nvGrpSpPr>
      <p:grpSpPr>
        <a:xfrm>
          <a:off x="0" y="0"/>
          <a:ext cx="0" cy="0"/>
          <a:chOff x="0" y="0"/>
          <a:chExt cx="0" cy="0"/>
        </a:xfrm>
      </p:grpSpPr>
      <p:sp>
        <p:nvSpPr>
          <p:cNvPr id="433" name="Google Shape;433;p53"/>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4" name="Google Shape;434;p53"/>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35" name="Google Shape;435;p5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36" name="Shape 436"/>
        <p:cNvGrpSpPr/>
        <p:nvPr/>
      </p:nvGrpSpPr>
      <p:grpSpPr>
        <a:xfrm>
          <a:off x="0" y="0"/>
          <a:ext cx="0" cy="0"/>
          <a:chOff x="0" y="0"/>
          <a:chExt cx="0" cy="0"/>
        </a:xfrm>
      </p:grpSpPr>
      <p:sp>
        <p:nvSpPr>
          <p:cNvPr id="437" name="Google Shape;437;p5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38" name="Shape 438"/>
        <p:cNvGrpSpPr/>
        <p:nvPr/>
      </p:nvGrpSpPr>
      <p:grpSpPr>
        <a:xfrm>
          <a:off x="0" y="0"/>
          <a:ext cx="0" cy="0"/>
          <a:chOff x="0" y="0"/>
          <a:chExt cx="0" cy="0"/>
        </a:xfrm>
      </p:grpSpPr>
      <p:sp>
        <p:nvSpPr>
          <p:cNvPr id="439" name="Google Shape;439;p5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40" name="Google Shape;440;p55"/>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41" name="Shape 441"/>
        <p:cNvGrpSpPr/>
        <p:nvPr/>
      </p:nvGrpSpPr>
      <p:grpSpPr>
        <a:xfrm>
          <a:off x="0" y="0"/>
          <a:ext cx="0" cy="0"/>
          <a:chOff x="0" y="0"/>
          <a:chExt cx="0" cy="0"/>
        </a:xfrm>
      </p:grpSpPr>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42" name="Shape 442"/>
        <p:cNvGrpSpPr/>
        <p:nvPr/>
      </p:nvGrpSpPr>
      <p:grpSpPr>
        <a:xfrm>
          <a:off x="0" y="0"/>
          <a:ext cx="0" cy="0"/>
          <a:chOff x="0" y="0"/>
          <a:chExt cx="0" cy="0"/>
        </a:xfrm>
      </p:grpSpPr>
      <p:sp>
        <p:nvSpPr>
          <p:cNvPr id="443" name="Google Shape;443;p57"/>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4" name="Google Shape;444;p57"/>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5" name="Google Shape;445;p57"/>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6" name="Google Shape;446;p57"/>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7" name="Google Shape;447;p57"/>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8" name="Google Shape;448;p57"/>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9" name="Google Shape;449;p57"/>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50" name="Shape 450"/>
        <p:cNvGrpSpPr/>
        <p:nvPr/>
      </p:nvGrpSpPr>
      <p:grpSpPr>
        <a:xfrm>
          <a:off x="0" y="0"/>
          <a:ext cx="0" cy="0"/>
          <a:chOff x="0" y="0"/>
          <a:chExt cx="0" cy="0"/>
        </a:xfrm>
      </p:grpSpPr>
      <p:sp>
        <p:nvSpPr>
          <p:cNvPr id="451" name="Google Shape;451;p5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2" name="Google Shape;452;p58"/>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53" name="Google Shape;453;p58"/>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54" name="Shape 454"/>
        <p:cNvGrpSpPr/>
        <p:nvPr/>
      </p:nvGrpSpPr>
      <p:grpSpPr>
        <a:xfrm>
          <a:off x="0" y="0"/>
          <a:ext cx="0" cy="0"/>
          <a:chOff x="0" y="0"/>
          <a:chExt cx="0" cy="0"/>
        </a:xfrm>
      </p:grpSpPr>
      <p:sp>
        <p:nvSpPr>
          <p:cNvPr id="455" name="Google Shape;455;p59"/>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56" name="Google Shape;456;p59"/>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57" name="Google Shape;457;p59"/>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8" name="Google Shape;458;p59"/>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59" name="Google Shape;459;p59"/>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60" name="Shape 460"/>
        <p:cNvGrpSpPr/>
        <p:nvPr/>
      </p:nvGrpSpPr>
      <p:grpSpPr>
        <a:xfrm>
          <a:off x="0" y="0"/>
          <a:ext cx="0" cy="0"/>
          <a:chOff x="0" y="0"/>
          <a:chExt cx="0" cy="0"/>
        </a:xfrm>
      </p:grpSpPr>
      <p:sp>
        <p:nvSpPr>
          <p:cNvPr id="461" name="Google Shape;461;p60"/>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62" name="Google Shape;462;p60"/>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3" name="Google Shape;463;p60"/>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64" name="Google Shape;464;p60"/>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65" name="Google Shape;465;p60"/>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66" name="Google Shape;466;p60"/>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67" name="Google Shape;467;p60"/>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68" name="Shape 468"/>
        <p:cNvGrpSpPr/>
        <p:nvPr/>
      </p:nvGrpSpPr>
      <p:grpSpPr>
        <a:xfrm>
          <a:off x="0" y="0"/>
          <a:ext cx="0" cy="0"/>
          <a:chOff x="0" y="0"/>
          <a:chExt cx="0" cy="0"/>
        </a:xfrm>
      </p:grpSpPr>
      <p:sp>
        <p:nvSpPr>
          <p:cNvPr id="469" name="Google Shape;469;p61"/>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70" name="Google Shape;470;p61"/>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71" name="Google Shape;471;p61"/>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72" name="Google Shape;472;p61"/>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73" name="Google Shape;473;p61"/>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74" name="Google Shape;474;p61"/>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75" name="Google Shape;475;p61"/>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76" name="Google Shape;476;p61"/>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77" name="Google Shape;477;p61"/>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78" name="Shape 478"/>
        <p:cNvGrpSpPr/>
        <p:nvPr/>
      </p:nvGrpSpPr>
      <p:grpSpPr>
        <a:xfrm>
          <a:off x="0" y="0"/>
          <a:ext cx="0" cy="0"/>
          <a:chOff x="0" y="0"/>
          <a:chExt cx="0" cy="0"/>
        </a:xfrm>
      </p:grpSpPr>
      <p:sp>
        <p:nvSpPr>
          <p:cNvPr id="479" name="Google Shape;479;p6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0" name="Google Shape;480;p6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81" name="Shape 481"/>
        <p:cNvGrpSpPr/>
        <p:nvPr/>
      </p:nvGrpSpPr>
      <p:grpSpPr>
        <a:xfrm>
          <a:off x="0" y="0"/>
          <a:ext cx="0" cy="0"/>
          <a:chOff x="0" y="0"/>
          <a:chExt cx="0" cy="0"/>
        </a:xfrm>
      </p:grpSpPr>
      <p:sp>
        <p:nvSpPr>
          <p:cNvPr id="482" name="Google Shape;482;p63"/>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83" name="Google Shape;483;p63"/>
          <p:cNvSpPr/>
          <p:nvPr>
            <p:ph idx="2" type="pic"/>
          </p:nvPr>
        </p:nvSpPr>
        <p:spPr>
          <a:xfrm>
            <a:off x="4804825" y="1133300"/>
            <a:ext cx="4027500" cy="2392800"/>
          </a:xfrm>
          <a:prstGeom prst="rect">
            <a:avLst/>
          </a:prstGeom>
          <a:noFill/>
          <a:ln>
            <a:noFill/>
          </a:ln>
        </p:spPr>
      </p:sp>
      <p:sp>
        <p:nvSpPr>
          <p:cNvPr id="484" name="Google Shape;484;p63"/>
          <p:cNvSpPr/>
          <p:nvPr>
            <p:ph idx="3" type="pic"/>
          </p:nvPr>
        </p:nvSpPr>
        <p:spPr>
          <a:xfrm>
            <a:off x="311725" y="1133300"/>
            <a:ext cx="4027500" cy="2392800"/>
          </a:xfrm>
          <a:prstGeom prst="rect">
            <a:avLst/>
          </a:prstGeom>
          <a:noFill/>
          <a:ln>
            <a:noFill/>
          </a:ln>
        </p:spPr>
      </p:sp>
      <p:sp>
        <p:nvSpPr>
          <p:cNvPr id="485" name="Google Shape;485;p63"/>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86" name="Google Shape;486;p6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7" name="Google Shape;487;p6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88" name="Google Shape;488;p6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89" name="Shape 489"/>
        <p:cNvGrpSpPr/>
        <p:nvPr/>
      </p:nvGrpSpPr>
      <p:grpSpPr>
        <a:xfrm>
          <a:off x="0" y="0"/>
          <a:ext cx="0" cy="0"/>
          <a:chOff x="0" y="0"/>
          <a:chExt cx="0" cy="0"/>
        </a:xfrm>
      </p:grpSpPr>
      <p:sp>
        <p:nvSpPr>
          <p:cNvPr id="490" name="Google Shape;490;p64"/>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91" name="Google Shape;491;p64"/>
          <p:cNvSpPr/>
          <p:nvPr>
            <p:ph idx="2" type="pic"/>
          </p:nvPr>
        </p:nvSpPr>
        <p:spPr>
          <a:xfrm>
            <a:off x="6205225" y="1128325"/>
            <a:ext cx="2627100" cy="2273100"/>
          </a:xfrm>
          <a:prstGeom prst="rect">
            <a:avLst/>
          </a:prstGeom>
          <a:noFill/>
          <a:ln>
            <a:noFill/>
          </a:ln>
        </p:spPr>
      </p:sp>
      <p:sp>
        <p:nvSpPr>
          <p:cNvPr id="492" name="Google Shape;492;p64"/>
          <p:cNvSpPr/>
          <p:nvPr>
            <p:ph idx="3" type="pic"/>
          </p:nvPr>
        </p:nvSpPr>
        <p:spPr>
          <a:xfrm>
            <a:off x="311725" y="1128325"/>
            <a:ext cx="2627100" cy="2273100"/>
          </a:xfrm>
          <a:prstGeom prst="rect">
            <a:avLst/>
          </a:prstGeom>
          <a:noFill/>
          <a:ln>
            <a:noFill/>
          </a:ln>
        </p:spPr>
      </p:sp>
      <p:sp>
        <p:nvSpPr>
          <p:cNvPr id="493" name="Google Shape;493;p64"/>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94" name="Google Shape;494;p64"/>
          <p:cNvSpPr/>
          <p:nvPr>
            <p:ph idx="5" type="pic"/>
          </p:nvPr>
        </p:nvSpPr>
        <p:spPr>
          <a:xfrm>
            <a:off x="3255250" y="1128325"/>
            <a:ext cx="2627100" cy="2273100"/>
          </a:xfrm>
          <a:prstGeom prst="rect">
            <a:avLst/>
          </a:prstGeom>
          <a:noFill/>
          <a:ln>
            <a:noFill/>
          </a:ln>
        </p:spPr>
      </p:sp>
      <p:sp>
        <p:nvSpPr>
          <p:cNvPr id="495" name="Google Shape;495;p64"/>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96" name="Google Shape;496;p6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7" name="Google Shape;497;p6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98" name="Google Shape;498;p6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99" name="Google Shape;499;p6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500" name="Shape 500"/>
        <p:cNvGrpSpPr/>
        <p:nvPr/>
      </p:nvGrpSpPr>
      <p:grpSpPr>
        <a:xfrm>
          <a:off x="0" y="0"/>
          <a:ext cx="0" cy="0"/>
          <a:chOff x="0" y="0"/>
          <a:chExt cx="0" cy="0"/>
        </a:xfrm>
      </p:grpSpPr>
      <p:sp>
        <p:nvSpPr>
          <p:cNvPr id="501" name="Google Shape;501;p65"/>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502" name="Shape 502"/>
        <p:cNvGrpSpPr/>
        <p:nvPr/>
      </p:nvGrpSpPr>
      <p:grpSpPr>
        <a:xfrm>
          <a:off x="0" y="0"/>
          <a:ext cx="0" cy="0"/>
          <a:chOff x="0" y="0"/>
          <a:chExt cx="0" cy="0"/>
        </a:xfrm>
      </p:grpSpPr>
      <p:sp>
        <p:nvSpPr>
          <p:cNvPr id="503" name="Google Shape;503;p66"/>
          <p:cNvSpPr/>
          <p:nvPr>
            <p:ph idx="2" type="pic"/>
          </p:nvPr>
        </p:nvSpPr>
        <p:spPr>
          <a:xfrm>
            <a:off x="3389600" y="118913"/>
            <a:ext cx="1643700" cy="1535100"/>
          </a:xfrm>
          <a:prstGeom prst="rect">
            <a:avLst/>
          </a:prstGeom>
          <a:noFill/>
          <a:ln>
            <a:noFill/>
          </a:ln>
        </p:spPr>
      </p:sp>
      <p:sp>
        <p:nvSpPr>
          <p:cNvPr id="504" name="Google Shape;504;p66"/>
          <p:cNvSpPr/>
          <p:nvPr>
            <p:ph idx="3" type="pic"/>
          </p:nvPr>
        </p:nvSpPr>
        <p:spPr>
          <a:xfrm>
            <a:off x="5195935" y="118913"/>
            <a:ext cx="1643700" cy="1535100"/>
          </a:xfrm>
          <a:prstGeom prst="rect">
            <a:avLst/>
          </a:prstGeom>
          <a:noFill/>
          <a:ln>
            <a:noFill/>
          </a:ln>
        </p:spPr>
      </p:sp>
      <p:sp>
        <p:nvSpPr>
          <p:cNvPr id="505" name="Google Shape;505;p66"/>
          <p:cNvSpPr/>
          <p:nvPr>
            <p:ph idx="4" type="pic"/>
          </p:nvPr>
        </p:nvSpPr>
        <p:spPr>
          <a:xfrm>
            <a:off x="7002270" y="118913"/>
            <a:ext cx="1643700" cy="1535100"/>
          </a:xfrm>
          <a:prstGeom prst="rect">
            <a:avLst/>
          </a:prstGeom>
          <a:noFill/>
          <a:ln>
            <a:noFill/>
          </a:ln>
        </p:spPr>
      </p:sp>
      <p:sp>
        <p:nvSpPr>
          <p:cNvPr id="506" name="Google Shape;506;p66"/>
          <p:cNvSpPr/>
          <p:nvPr>
            <p:ph idx="5" type="pic"/>
          </p:nvPr>
        </p:nvSpPr>
        <p:spPr>
          <a:xfrm>
            <a:off x="3389588" y="1804212"/>
            <a:ext cx="1643700" cy="1535100"/>
          </a:xfrm>
          <a:prstGeom prst="rect">
            <a:avLst/>
          </a:prstGeom>
          <a:noFill/>
          <a:ln>
            <a:noFill/>
          </a:ln>
        </p:spPr>
      </p:sp>
      <p:sp>
        <p:nvSpPr>
          <p:cNvPr id="507" name="Google Shape;507;p66"/>
          <p:cNvSpPr/>
          <p:nvPr>
            <p:ph idx="6" type="pic"/>
          </p:nvPr>
        </p:nvSpPr>
        <p:spPr>
          <a:xfrm>
            <a:off x="5195922" y="1804212"/>
            <a:ext cx="1643700" cy="1535100"/>
          </a:xfrm>
          <a:prstGeom prst="rect">
            <a:avLst/>
          </a:prstGeom>
          <a:noFill/>
          <a:ln>
            <a:noFill/>
          </a:ln>
        </p:spPr>
      </p:sp>
      <p:sp>
        <p:nvSpPr>
          <p:cNvPr id="508" name="Google Shape;508;p66"/>
          <p:cNvSpPr/>
          <p:nvPr>
            <p:ph idx="7" type="pic"/>
          </p:nvPr>
        </p:nvSpPr>
        <p:spPr>
          <a:xfrm>
            <a:off x="7002257" y="1804212"/>
            <a:ext cx="1643700" cy="1535100"/>
          </a:xfrm>
          <a:prstGeom prst="rect">
            <a:avLst/>
          </a:prstGeom>
          <a:noFill/>
          <a:ln>
            <a:noFill/>
          </a:ln>
        </p:spPr>
      </p:sp>
      <p:sp>
        <p:nvSpPr>
          <p:cNvPr id="509" name="Google Shape;509;p66"/>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0" name="Google Shape;510;p66"/>
          <p:cNvSpPr/>
          <p:nvPr>
            <p:ph idx="8" type="pic"/>
          </p:nvPr>
        </p:nvSpPr>
        <p:spPr>
          <a:xfrm>
            <a:off x="3389588" y="3489487"/>
            <a:ext cx="1643700" cy="1535100"/>
          </a:xfrm>
          <a:prstGeom prst="rect">
            <a:avLst/>
          </a:prstGeom>
          <a:noFill/>
          <a:ln>
            <a:noFill/>
          </a:ln>
        </p:spPr>
      </p:sp>
      <p:sp>
        <p:nvSpPr>
          <p:cNvPr id="511" name="Google Shape;511;p66"/>
          <p:cNvSpPr/>
          <p:nvPr>
            <p:ph idx="9" type="pic"/>
          </p:nvPr>
        </p:nvSpPr>
        <p:spPr>
          <a:xfrm>
            <a:off x="5195922" y="3489487"/>
            <a:ext cx="1643700" cy="1535100"/>
          </a:xfrm>
          <a:prstGeom prst="rect">
            <a:avLst/>
          </a:prstGeom>
          <a:noFill/>
          <a:ln>
            <a:noFill/>
          </a:ln>
        </p:spPr>
      </p:sp>
      <p:sp>
        <p:nvSpPr>
          <p:cNvPr id="512" name="Google Shape;512;p6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44" Type="http://schemas.openxmlformats.org/officeDocument/2006/relationships/slideLayout" Target="../slideLayouts/slideLayout55.xml"/><Relationship Id="rId43" Type="http://schemas.openxmlformats.org/officeDocument/2006/relationships/slideLayout" Target="../slideLayouts/slideLayout54.xml"/><Relationship Id="rId46" Type="http://schemas.openxmlformats.org/officeDocument/2006/relationships/slideLayout" Target="../slideLayouts/slideLayout57.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48" Type="http://schemas.openxmlformats.org/officeDocument/2006/relationships/slideLayout" Target="../slideLayouts/slideLayout59.xml"/><Relationship Id="rId47" Type="http://schemas.openxmlformats.org/officeDocument/2006/relationships/slideLayout" Target="../slideLayouts/slideLayout58.xml"/><Relationship Id="rId49" Type="http://schemas.openxmlformats.org/officeDocument/2006/relationships/slideLayout" Target="../slideLayouts/slideLayout6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33" Type="http://schemas.openxmlformats.org/officeDocument/2006/relationships/slideLayout" Target="../slideLayouts/slideLayout44.xml"/><Relationship Id="rId32" Type="http://schemas.openxmlformats.org/officeDocument/2006/relationships/slideLayout" Target="../slideLayouts/slideLayout43.xml"/><Relationship Id="rId35" Type="http://schemas.openxmlformats.org/officeDocument/2006/relationships/slideLayout" Target="../slideLayouts/slideLayout46.xml"/><Relationship Id="rId34" Type="http://schemas.openxmlformats.org/officeDocument/2006/relationships/slideLayout" Target="../slideLayouts/slideLayout45.xml"/><Relationship Id="rId37" Type="http://schemas.openxmlformats.org/officeDocument/2006/relationships/slideLayout" Target="../slideLayouts/slideLayout48.xml"/><Relationship Id="rId36" Type="http://schemas.openxmlformats.org/officeDocument/2006/relationships/slideLayout" Target="../slideLayouts/slideLayout47.xml"/><Relationship Id="rId39" Type="http://schemas.openxmlformats.org/officeDocument/2006/relationships/slideLayout" Target="../slideLayouts/slideLayout50.xml"/><Relationship Id="rId38" Type="http://schemas.openxmlformats.org/officeDocument/2006/relationships/slideLayout" Target="../slideLayouts/slideLayout49.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9" Type="http://schemas.openxmlformats.org/officeDocument/2006/relationships/slideLayout" Target="../slideLayouts/slideLayout40.xml"/><Relationship Id="rId51" Type="http://schemas.openxmlformats.org/officeDocument/2006/relationships/slideLayout" Target="../slideLayouts/slideLayout62.xml"/><Relationship Id="rId50" Type="http://schemas.openxmlformats.org/officeDocument/2006/relationships/slideLayout" Target="../slideLayouts/slideLayout61.xml"/><Relationship Id="rId53" Type="http://schemas.openxmlformats.org/officeDocument/2006/relationships/slideLayout" Target="../slideLayouts/slideLayout64.xml"/><Relationship Id="rId52" Type="http://schemas.openxmlformats.org/officeDocument/2006/relationships/slideLayout" Target="../slideLayouts/slideLayout6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54" Type="http://schemas.openxmlformats.org/officeDocument/2006/relationships/theme" Target="../theme/theme3.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l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23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Source Sans Pro"/>
              <a:buChar char="●"/>
              <a:defRPr sz="1800">
                <a:solidFill>
                  <a:schemeClr val="lt2"/>
                </a:solidFill>
                <a:latin typeface="Source Sans Pro"/>
                <a:ea typeface="Source Sans Pro"/>
                <a:cs typeface="Source Sans Pro"/>
                <a:sym typeface="Source Sans Pro"/>
              </a:defRPr>
            </a:lvl1pPr>
            <a:lvl2pPr indent="-317500" lvl="1" marL="914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2pPr>
            <a:lvl3pPr indent="-317500" lvl="2" marL="1371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3pPr>
            <a:lvl4pPr indent="-317500" lvl="3" marL="1828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4pPr>
            <a:lvl5pPr indent="-317500" lvl="4" marL="22860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5pPr>
            <a:lvl6pPr indent="-317500" lvl="5" marL="27432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6pPr>
            <a:lvl7pPr indent="-317500" lvl="6" marL="3200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7pPr>
            <a:lvl8pPr indent="-317500" lvl="7" marL="3657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8pPr>
            <a:lvl9pPr indent="-317500" lvl="8" marL="4114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Source Sans Pro"/>
                <a:ea typeface="Source Sans Pro"/>
                <a:cs typeface="Source Sans Pro"/>
                <a:sym typeface="Source Sans Pro"/>
              </a:defRPr>
            </a:lvl1pPr>
            <a:lvl2pPr lvl="1" algn="r">
              <a:buNone/>
              <a:defRPr sz="1000">
                <a:solidFill>
                  <a:schemeClr val="lt2"/>
                </a:solidFill>
                <a:latin typeface="Source Sans Pro"/>
                <a:ea typeface="Source Sans Pro"/>
                <a:cs typeface="Source Sans Pro"/>
                <a:sym typeface="Source Sans Pro"/>
              </a:defRPr>
            </a:lvl2pPr>
            <a:lvl3pPr lvl="2" algn="r">
              <a:buNone/>
              <a:defRPr sz="1000">
                <a:solidFill>
                  <a:schemeClr val="lt2"/>
                </a:solidFill>
                <a:latin typeface="Source Sans Pro"/>
                <a:ea typeface="Source Sans Pro"/>
                <a:cs typeface="Source Sans Pro"/>
                <a:sym typeface="Source Sans Pro"/>
              </a:defRPr>
            </a:lvl3pPr>
            <a:lvl4pPr lvl="3" algn="r">
              <a:buNone/>
              <a:defRPr sz="1000">
                <a:solidFill>
                  <a:schemeClr val="lt2"/>
                </a:solidFill>
                <a:latin typeface="Source Sans Pro"/>
                <a:ea typeface="Source Sans Pro"/>
                <a:cs typeface="Source Sans Pro"/>
                <a:sym typeface="Source Sans Pro"/>
              </a:defRPr>
            </a:lvl4pPr>
            <a:lvl5pPr lvl="4" algn="r">
              <a:buNone/>
              <a:defRPr sz="1000">
                <a:solidFill>
                  <a:schemeClr val="lt2"/>
                </a:solidFill>
                <a:latin typeface="Source Sans Pro"/>
                <a:ea typeface="Source Sans Pro"/>
                <a:cs typeface="Source Sans Pro"/>
                <a:sym typeface="Source Sans Pro"/>
              </a:defRPr>
            </a:lvl5pPr>
            <a:lvl6pPr lvl="5" algn="r">
              <a:buNone/>
              <a:defRPr sz="1000">
                <a:solidFill>
                  <a:schemeClr val="lt2"/>
                </a:solidFill>
                <a:latin typeface="Source Sans Pro"/>
                <a:ea typeface="Source Sans Pro"/>
                <a:cs typeface="Source Sans Pro"/>
                <a:sym typeface="Source Sans Pro"/>
              </a:defRPr>
            </a:lvl6pPr>
            <a:lvl7pPr lvl="6" algn="r">
              <a:buNone/>
              <a:defRPr sz="1000">
                <a:solidFill>
                  <a:schemeClr val="lt2"/>
                </a:solidFill>
                <a:latin typeface="Source Sans Pro"/>
                <a:ea typeface="Source Sans Pro"/>
                <a:cs typeface="Source Sans Pro"/>
                <a:sym typeface="Source Sans Pro"/>
              </a:defRPr>
            </a:lvl7pPr>
            <a:lvl8pPr lvl="7" algn="r">
              <a:buNone/>
              <a:defRPr sz="1000">
                <a:solidFill>
                  <a:schemeClr val="lt2"/>
                </a:solidFill>
                <a:latin typeface="Source Sans Pro"/>
                <a:ea typeface="Source Sans Pro"/>
                <a:cs typeface="Source Sans Pro"/>
                <a:sym typeface="Source Sans Pro"/>
              </a:defRPr>
            </a:lvl8pPr>
            <a:lvl9pPr lvl="8" algn="r">
              <a:buNone/>
              <a:defRPr sz="1000">
                <a:solidFill>
                  <a:schemeClr val="lt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4" name="Shape 54"/>
        <p:cNvGrpSpPr/>
        <p:nvPr/>
      </p:nvGrpSpPr>
      <p:grpSpPr>
        <a:xfrm>
          <a:off x="0" y="0"/>
          <a:ext cx="0" cy="0"/>
          <a:chOff x="0" y="0"/>
          <a:chExt cx="0" cy="0"/>
        </a:xfrm>
      </p:grpSpPr>
      <p:sp>
        <p:nvSpPr>
          <p:cNvPr id="55" name="Google Shape;55;p13"/>
          <p:cNvSpPr txBox="1"/>
          <p:nvPr>
            <p:ph idx="1" type="body"/>
          </p:nvPr>
        </p:nvSpPr>
        <p:spPr>
          <a:xfrm>
            <a:off x="361850" y="2004025"/>
            <a:ext cx="5627400" cy="25473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1pPr>
            <a:lvl2pPr indent="-304800" lvl="1" marL="9144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2pPr>
            <a:lvl3pPr indent="-304800" lvl="2" marL="13716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3pPr>
            <a:lvl4pPr indent="-304800" lvl="3" marL="18288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4pPr>
            <a:lvl5pPr indent="-304800" lvl="4" marL="22860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5pPr>
            <a:lvl6pPr indent="-304800" lvl="5" marL="27432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6pPr>
            <a:lvl7pPr indent="-304800" lvl="6" marL="32004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7pPr>
            <a:lvl8pPr indent="-304800" lvl="7" marL="36576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8pPr>
            <a:lvl9pPr indent="-304800" lvl="8" marL="4114800">
              <a:lnSpc>
                <a:spcPct val="115000"/>
              </a:lnSpc>
              <a:spcBef>
                <a:spcPts val="800"/>
              </a:spcBef>
              <a:spcAft>
                <a:spcPts val="800"/>
              </a:spcAft>
              <a:buClr>
                <a:schemeClr val="lt1"/>
              </a:buClr>
              <a:buSzPts val="1200"/>
              <a:buFont typeface="DM Sans"/>
              <a:buChar char="■"/>
              <a:defRPr sz="1200">
                <a:solidFill>
                  <a:schemeClr val="lt1"/>
                </a:solidFill>
                <a:latin typeface="DM Sans"/>
                <a:ea typeface="DM Sans"/>
                <a:cs typeface="DM Sans"/>
                <a:sym typeface="DM Sans"/>
              </a:defRPr>
            </a:lvl9pPr>
          </a:lstStyle>
          <a:p/>
        </p:txBody>
      </p:sp>
      <p:sp>
        <p:nvSpPr>
          <p:cNvPr id="56" name="Google Shape;56;p13"/>
          <p:cNvSpPr txBox="1"/>
          <p:nvPr>
            <p:ph type="title"/>
          </p:nvPr>
        </p:nvSpPr>
        <p:spPr>
          <a:xfrm>
            <a:off x="438150" y="524575"/>
            <a:ext cx="5433000" cy="903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Newsreader"/>
              <a:buNone/>
              <a:defRPr sz="3000">
                <a:solidFill>
                  <a:schemeClr val="lt1"/>
                </a:solidFill>
                <a:latin typeface="Newsreader"/>
                <a:ea typeface="Newsreader"/>
                <a:cs typeface="Newsreader"/>
                <a:sym typeface="Newsreade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13"/>
          <p:cNvSpPr txBox="1"/>
          <p:nvPr>
            <p:ph idx="2" type="body"/>
          </p:nvPr>
        </p:nvSpPr>
        <p:spPr>
          <a:xfrm>
            <a:off x="4700200" y="1614100"/>
            <a:ext cx="3756600" cy="25473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1pPr>
            <a:lvl2pPr indent="-304800" lvl="1" marL="9144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2pPr>
            <a:lvl3pPr indent="-304800" lvl="2" marL="13716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3pPr>
            <a:lvl4pPr indent="-304800" lvl="3" marL="1828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4pPr>
            <a:lvl5pPr indent="-304800" lvl="4" marL="22860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5pPr>
            <a:lvl6pPr indent="-304800" lvl="5" marL="27432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6pPr>
            <a:lvl7pPr indent="-304800" lvl="6" marL="32004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7pPr>
            <a:lvl8pPr indent="-304800" lvl="7" marL="36576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8pPr>
            <a:lvl9pPr indent="-304800" lvl="8" marL="4114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 id="2147483708" r:id="rId50"/>
    <p:sldLayoutId id="2147483709" r:id="rId51"/>
    <p:sldLayoutId id="2147483710" r:id="rId52"/>
    <p:sldLayoutId id="2147483711" r:id="rId5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529">
          <p15:clr>
            <a:srgbClr val="E46962"/>
          </p15:clr>
        </p15:guide>
        <p15:guide id="2" orient="horz" pos="233">
          <p15:clr>
            <a:srgbClr val="E46962"/>
          </p15:clr>
        </p15:guide>
        <p15:guide id="3" orient="horz" pos="3011">
          <p15:clr>
            <a:srgbClr val="E46962"/>
          </p15:clr>
        </p15:guide>
        <p15:guide id="4" pos="2850">
          <p15:clr>
            <a:srgbClr val="E46962"/>
          </p15:clr>
        </p15:guide>
        <p15:guide id="5" pos="2910">
          <p15:clr>
            <a:srgbClr val="E46962"/>
          </p15:clr>
        </p15:guide>
        <p15:guide id="6" pos="1468">
          <p15:clr>
            <a:srgbClr val="E46962"/>
          </p15:clr>
        </p15:guide>
        <p15:guide id="7" pos="1527">
          <p15:clr>
            <a:srgbClr val="E46962"/>
          </p15:clr>
        </p15:guide>
        <p15:guide id="8" pos="4226">
          <p15:clr>
            <a:srgbClr val="E46962"/>
          </p15:clr>
        </p15:guide>
        <p15:guide id="9" pos="4285">
          <p15:clr>
            <a:srgbClr val="E46962"/>
          </p15:clr>
        </p15:guide>
        <p15:guide id="10" pos="3773">
          <p15:clr>
            <a:srgbClr val="E46962"/>
          </p15:clr>
        </p15:guide>
        <p15:guide id="11" pos="3830">
          <p15:clr>
            <a:srgbClr val="E46962"/>
          </p15:clr>
        </p15:guide>
        <p15:guide id="12" pos="1930">
          <p15:clr>
            <a:srgbClr val="E46962"/>
          </p15:clr>
        </p15:guide>
        <p15:guide id="13" pos="1987">
          <p15:clr>
            <a:srgbClr val="E46962"/>
          </p15:clr>
        </p15:guide>
        <p15:guide id="14" orient="horz" pos="2867">
          <p15:clr>
            <a:srgbClr val="E46962"/>
          </p15:clr>
        </p15:guide>
        <p15:guide id="15" orient="horz" pos="1135">
          <p15:clr>
            <a:srgbClr val="E46962"/>
          </p15:clr>
        </p15:guide>
        <p15:guide id="16" orient="horz" pos="1194">
          <p15:clr>
            <a:srgbClr val="E46962"/>
          </p15:clr>
        </p15:guide>
        <p15:guide id="17" orient="horz" pos="2043">
          <p15:clr>
            <a:srgbClr val="E46962"/>
          </p15:clr>
        </p15:guide>
        <p15:guide id="18" orient="horz" pos="2103">
          <p15:clr>
            <a:srgbClr val="E46962"/>
          </p15:clr>
        </p15:guide>
        <p15:guide id="19" pos="228">
          <p15:clr>
            <a:srgbClr val="E46962"/>
          </p15:clr>
        </p15:guide>
        <p15:guide id="20" orient="horz" pos="672">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pic>
        <p:nvPicPr>
          <p:cNvPr descr="A close-up of a modern glass structure. " id="517" name="Google Shape;517;p67"/>
          <p:cNvPicPr preferRelativeResize="0"/>
          <p:nvPr/>
        </p:nvPicPr>
        <p:blipFill rotWithShape="1">
          <a:blip r:embed="rId3">
            <a:alphaModFix/>
          </a:blip>
          <a:srcRect b="79" l="21736" r="19116" t="0"/>
          <a:stretch/>
        </p:blipFill>
        <p:spPr>
          <a:xfrm>
            <a:off x="4587725" y="-8750"/>
            <a:ext cx="4572001" cy="5148074"/>
          </a:xfrm>
          <a:prstGeom prst="rect">
            <a:avLst/>
          </a:prstGeom>
          <a:noFill/>
          <a:ln>
            <a:noFill/>
          </a:ln>
        </p:spPr>
      </p:pic>
      <p:sp>
        <p:nvSpPr>
          <p:cNvPr id="518" name="Google Shape;518;p67"/>
          <p:cNvSpPr txBox="1"/>
          <p:nvPr>
            <p:ph type="title"/>
          </p:nvPr>
        </p:nvSpPr>
        <p:spPr>
          <a:xfrm>
            <a:off x="361975" y="923525"/>
            <a:ext cx="4068000" cy="1218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EDA Case Study</a:t>
            </a:r>
            <a:endParaRPr/>
          </a:p>
          <a:p>
            <a:pPr indent="0" lvl="0" marL="0" rtl="0" algn="ctr">
              <a:spcBef>
                <a:spcPts val="0"/>
              </a:spcBef>
              <a:spcAft>
                <a:spcPts val="0"/>
              </a:spcAft>
              <a:buNone/>
            </a:pPr>
            <a:r>
              <a:rPr lang="en"/>
              <a:t>Group 10</a:t>
            </a:r>
            <a:endParaRPr/>
          </a:p>
        </p:txBody>
      </p:sp>
      <p:sp>
        <p:nvSpPr>
          <p:cNvPr id="519" name="Google Shape;519;p67"/>
          <p:cNvSpPr txBox="1"/>
          <p:nvPr>
            <p:ph idx="3" type="body"/>
          </p:nvPr>
        </p:nvSpPr>
        <p:spPr>
          <a:xfrm>
            <a:off x="547575" y="3337797"/>
            <a:ext cx="3492600" cy="1327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Christina Faith, </a:t>
            </a:r>
            <a:r>
              <a:rPr lang="en"/>
              <a:t>Nick Gobejishvili, Weiyi Lu</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68"/>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GitHub Repo</a:t>
            </a:r>
            <a:endParaRPr/>
          </a:p>
        </p:txBody>
      </p:sp>
      <p:sp>
        <p:nvSpPr>
          <p:cNvPr id="525" name="Google Shape;525;p6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https://github.com/ng3339-prog/bootcamp_EDA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69"/>
          <p:cNvSpPr/>
          <p:nvPr/>
        </p:nvSpPr>
        <p:spPr>
          <a:xfrm>
            <a:off x="0" y="312375"/>
            <a:ext cx="4578600" cy="116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531" name="Google Shape;531;p69"/>
          <p:cNvSpPr txBox="1"/>
          <p:nvPr>
            <p:ph type="title"/>
          </p:nvPr>
        </p:nvSpPr>
        <p:spPr>
          <a:xfrm>
            <a:off x="451800" y="463200"/>
            <a:ext cx="3756000" cy="831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Part 1: Analysis of the Application Data</a:t>
            </a:r>
            <a:endParaRPr i="1"/>
          </a:p>
        </p:txBody>
      </p:sp>
      <p:pic>
        <p:nvPicPr>
          <p:cNvPr id="532" name="Google Shape;532;p69"/>
          <p:cNvPicPr preferRelativeResize="0"/>
          <p:nvPr/>
        </p:nvPicPr>
        <p:blipFill>
          <a:blip r:embed="rId3">
            <a:alphaModFix/>
          </a:blip>
          <a:stretch>
            <a:fillRect/>
          </a:stretch>
        </p:blipFill>
        <p:spPr>
          <a:xfrm>
            <a:off x="5405500" y="220100"/>
            <a:ext cx="3249838" cy="2351650"/>
          </a:xfrm>
          <a:prstGeom prst="rect">
            <a:avLst/>
          </a:prstGeom>
          <a:noFill/>
          <a:ln>
            <a:noFill/>
          </a:ln>
        </p:spPr>
      </p:pic>
      <p:sp>
        <p:nvSpPr>
          <p:cNvPr id="533" name="Google Shape;533;p69"/>
          <p:cNvSpPr txBox="1"/>
          <p:nvPr/>
        </p:nvSpPr>
        <p:spPr>
          <a:xfrm>
            <a:off x="134400" y="1895400"/>
            <a:ext cx="5196000" cy="3466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500"/>
              </a:spcBef>
              <a:spcAft>
                <a:spcPts val="0"/>
              </a:spcAft>
              <a:buNone/>
            </a:pPr>
            <a:r>
              <a:rPr b="1" lang="en" sz="1300" u="sng">
                <a:latin typeface="Calibri"/>
                <a:ea typeface="Calibri"/>
                <a:cs typeface="Calibri"/>
                <a:sym typeface="Calibri"/>
              </a:rPr>
              <a:t>TOP GRAPH:</a:t>
            </a:r>
            <a:r>
              <a:rPr b="1" lang="en" sz="1300">
                <a:latin typeface="Calibri"/>
                <a:ea typeface="Calibri"/>
                <a:cs typeface="Calibri"/>
                <a:sym typeface="Calibri"/>
              </a:rPr>
              <a:t> Default v. Non-Default Distribution</a:t>
            </a:r>
            <a:endParaRPr b="1" sz="1300">
              <a:latin typeface="Calibri"/>
              <a:ea typeface="Calibri"/>
              <a:cs typeface="Calibri"/>
              <a:sym typeface="Calibri"/>
            </a:endParaRPr>
          </a:p>
          <a:p>
            <a:pPr indent="-311150" lvl="0" marL="457200" rtl="0" algn="l">
              <a:lnSpc>
                <a:spcPct val="115000"/>
              </a:lnSpc>
              <a:spcBef>
                <a:spcPts val="500"/>
              </a:spcBef>
              <a:spcAft>
                <a:spcPts val="0"/>
              </a:spcAft>
              <a:buSzPts val="1300"/>
              <a:buFont typeface="Calibri"/>
              <a:buChar char="-"/>
            </a:pPr>
            <a:r>
              <a:rPr lang="en" sz="1300">
                <a:latin typeface="Calibri"/>
                <a:ea typeface="Calibri"/>
                <a:cs typeface="Calibri"/>
                <a:sym typeface="Calibri"/>
              </a:rPr>
              <a:t>Approximately 8% of customers experienced payment difficulties, and approximately 92% of customers made timely repayments.</a:t>
            </a:r>
            <a:endParaRPr sz="1300">
              <a:latin typeface="Calibri"/>
              <a:ea typeface="Calibri"/>
              <a:cs typeface="Calibri"/>
              <a:sym typeface="Calibri"/>
            </a:endParaRPr>
          </a:p>
          <a:p>
            <a:pPr indent="0" lvl="0" marL="0" rtl="0" algn="l">
              <a:lnSpc>
                <a:spcPct val="115000"/>
              </a:lnSpc>
              <a:spcBef>
                <a:spcPts val="500"/>
              </a:spcBef>
              <a:spcAft>
                <a:spcPts val="0"/>
              </a:spcAft>
              <a:buNone/>
            </a:pPr>
            <a:r>
              <a:rPr lang="en" sz="1300">
                <a:latin typeface="Calibri"/>
                <a:ea typeface="Calibri"/>
                <a:cs typeface="Calibri"/>
                <a:sym typeface="Calibri"/>
              </a:rPr>
              <a:t>This establishes the overall baseline risk in the lending portfolio.All later analyses compare borrower groups relative to this benchmark</a:t>
            </a:r>
            <a:endParaRPr sz="1300">
              <a:latin typeface="Calibri"/>
              <a:ea typeface="Calibri"/>
              <a:cs typeface="Calibri"/>
              <a:sym typeface="Calibri"/>
            </a:endParaRPr>
          </a:p>
          <a:p>
            <a:pPr indent="0" lvl="0" marL="0" rtl="0" algn="l">
              <a:lnSpc>
                <a:spcPct val="115000"/>
              </a:lnSpc>
              <a:spcBef>
                <a:spcPts val="500"/>
              </a:spcBef>
              <a:spcAft>
                <a:spcPts val="0"/>
              </a:spcAft>
              <a:buNone/>
            </a:pPr>
            <a:r>
              <a:rPr b="1" lang="en" sz="1300" u="sng">
                <a:latin typeface="Calibri"/>
                <a:ea typeface="Calibri"/>
                <a:cs typeface="Calibri"/>
                <a:sym typeface="Calibri"/>
              </a:rPr>
              <a:t>BOTTOM GRAPH:</a:t>
            </a:r>
            <a:r>
              <a:rPr b="1" lang="en" sz="1300">
                <a:latin typeface="Calibri"/>
                <a:ea typeface="Calibri"/>
                <a:cs typeface="Calibri"/>
                <a:sym typeface="Calibri"/>
              </a:rPr>
              <a:t> Income and Default Risk</a:t>
            </a:r>
            <a:endParaRPr b="1" sz="1300">
              <a:latin typeface="Calibri"/>
              <a:ea typeface="Calibri"/>
              <a:cs typeface="Calibri"/>
              <a:sym typeface="Calibri"/>
            </a:endParaRPr>
          </a:p>
          <a:p>
            <a:pPr indent="-311150" lvl="0" marL="457200" rtl="0" algn="l">
              <a:lnSpc>
                <a:spcPct val="115000"/>
              </a:lnSpc>
              <a:spcBef>
                <a:spcPts val="0"/>
              </a:spcBef>
              <a:spcAft>
                <a:spcPts val="0"/>
              </a:spcAft>
              <a:buSzPts val="1300"/>
              <a:buFont typeface="Calibri"/>
              <a:buChar char="-"/>
            </a:pPr>
            <a:r>
              <a:rPr lang="en" sz="1300">
                <a:latin typeface="Calibri"/>
                <a:ea typeface="Calibri"/>
                <a:cs typeface="Calibri"/>
                <a:sym typeface="Calibri"/>
              </a:rPr>
              <a:t>Income levels are similar between defaulters and non‑defaulters.</a:t>
            </a:r>
            <a:endParaRPr sz="1300">
              <a:latin typeface="Calibri"/>
              <a:ea typeface="Calibri"/>
              <a:cs typeface="Calibri"/>
              <a:sym typeface="Calibri"/>
            </a:endParaRPr>
          </a:p>
          <a:p>
            <a:pPr indent="0" lvl="0" marL="0" rtl="0" algn="l">
              <a:lnSpc>
                <a:spcPct val="115000"/>
              </a:lnSpc>
              <a:spcBef>
                <a:spcPts val="0"/>
              </a:spcBef>
              <a:spcAft>
                <a:spcPts val="0"/>
              </a:spcAft>
              <a:buNone/>
            </a:pPr>
            <a:r>
              <a:rPr lang="en" sz="1300">
                <a:latin typeface="Calibri"/>
                <a:ea typeface="Calibri"/>
                <a:cs typeface="Calibri"/>
                <a:sym typeface="Calibri"/>
              </a:rPr>
              <a:t>This suggests income alone is not a strong indicator of repayment difficulty.</a:t>
            </a:r>
            <a:endParaRPr sz="1300">
              <a:latin typeface="Calibri"/>
              <a:ea typeface="Calibri"/>
              <a:cs typeface="Calibri"/>
              <a:sym typeface="Calibri"/>
            </a:endParaRPr>
          </a:p>
          <a:p>
            <a:pPr indent="0" lvl="0" marL="0" rtl="0" algn="l">
              <a:lnSpc>
                <a:spcPct val="115000"/>
              </a:lnSpc>
              <a:spcBef>
                <a:spcPts val="0"/>
              </a:spcBef>
              <a:spcAft>
                <a:spcPts val="0"/>
              </a:spcAft>
              <a:buNone/>
            </a:pPr>
            <a:r>
              <a:rPr lang="en" sz="1300">
                <a:latin typeface="Calibri"/>
                <a:ea typeface="Calibri"/>
                <a:cs typeface="Calibri"/>
                <a:sym typeface="Calibri"/>
              </a:rPr>
              <a:t>Lenders must consider stability and behavioral variables beyond earnings level.</a:t>
            </a:r>
            <a:endParaRPr sz="1300">
              <a:latin typeface="Calibri"/>
              <a:ea typeface="Calibri"/>
              <a:cs typeface="Calibri"/>
              <a:sym typeface="Calibri"/>
            </a:endParaRPr>
          </a:p>
          <a:p>
            <a:pPr indent="0" lvl="0" marL="0" rtl="0" algn="l">
              <a:lnSpc>
                <a:spcPct val="115000"/>
              </a:lnSpc>
              <a:spcBef>
                <a:spcPts val="500"/>
              </a:spcBef>
              <a:spcAft>
                <a:spcPts val="0"/>
              </a:spcAft>
              <a:buNone/>
            </a:pPr>
            <a:r>
              <a:t/>
            </a:r>
            <a:endParaRPr sz="1300">
              <a:latin typeface="Calibri"/>
              <a:ea typeface="Calibri"/>
              <a:cs typeface="Calibri"/>
              <a:sym typeface="Calibri"/>
            </a:endParaRPr>
          </a:p>
          <a:p>
            <a:pPr indent="0" lvl="0" marL="457200" rtl="0" algn="l">
              <a:lnSpc>
                <a:spcPct val="115000"/>
              </a:lnSpc>
              <a:spcBef>
                <a:spcPts val="500"/>
              </a:spcBef>
              <a:spcAft>
                <a:spcPts val="0"/>
              </a:spcAft>
              <a:buNone/>
            </a:pPr>
            <a:r>
              <a:t/>
            </a:r>
            <a:endParaRPr sz="1300">
              <a:latin typeface="Calibri"/>
              <a:ea typeface="Calibri"/>
              <a:cs typeface="Calibri"/>
              <a:sym typeface="Calibri"/>
            </a:endParaRPr>
          </a:p>
        </p:txBody>
      </p:sp>
      <p:pic>
        <p:nvPicPr>
          <p:cNvPr id="534" name="Google Shape;534;p69"/>
          <p:cNvPicPr preferRelativeResize="0"/>
          <p:nvPr/>
        </p:nvPicPr>
        <p:blipFill>
          <a:blip r:embed="rId4">
            <a:alphaModFix/>
          </a:blip>
          <a:stretch>
            <a:fillRect/>
          </a:stretch>
        </p:blipFill>
        <p:spPr>
          <a:xfrm>
            <a:off x="5330400" y="2732425"/>
            <a:ext cx="3400026" cy="22586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70"/>
          <p:cNvSpPr txBox="1"/>
          <p:nvPr/>
        </p:nvSpPr>
        <p:spPr>
          <a:xfrm>
            <a:off x="361975" y="3243900"/>
            <a:ext cx="4565400" cy="212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500"/>
              </a:spcBef>
              <a:spcAft>
                <a:spcPts val="0"/>
              </a:spcAft>
              <a:buNone/>
            </a:pPr>
            <a:r>
              <a:rPr b="1" lang="en" sz="1300" u="sng">
                <a:latin typeface="Calibri"/>
                <a:ea typeface="Calibri"/>
                <a:cs typeface="Calibri"/>
                <a:sym typeface="Calibri"/>
              </a:rPr>
              <a:t>Loan Size and Default Risk</a:t>
            </a:r>
            <a:endParaRPr b="1" sz="1300" u="sng">
              <a:latin typeface="Calibri"/>
              <a:ea typeface="Calibri"/>
              <a:cs typeface="Calibri"/>
              <a:sym typeface="Calibri"/>
            </a:endParaRPr>
          </a:p>
          <a:p>
            <a:pPr indent="-311150" lvl="0" marL="457200" rtl="0" algn="l">
              <a:lnSpc>
                <a:spcPct val="115000"/>
              </a:lnSpc>
              <a:spcBef>
                <a:spcPts val="0"/>
              </a:spcBef>
              <a:spcAft>
                <a:spcPts val="0"/>
              </a:spcAft>
              <a:buSzPts val="1300"/>
              <a:buFont typeface="Calibri"/>
              <a:buChar char="-"/>
            </a:pPr>
            <a:r>
              <a:rPr lang="en" sz="1300">
                <a:latin typeface="Calibri"/>
                <a:ea typeface="Calibri"/>
                <a:cs typeface="Calibri"/>
                <a:sym typeface="Calibri"/>
              </a:rPr>
              <a:t>Loan amounts do not differ significantly across groups.</a:t>
            </a:r>
            <a:endParaRPr sz="1300">
              <a:latin typeface="Calibri"/>
              <a:ea typeface="Calibri"/>
              <a:cs typeface="Calibri"/>
              <a:sym typeface="Calibri"/>
            </a:endParaRPr>
          </a:p>
          <a:p>
            <a:pPr indent="-311150" lvl="0" marL="457200" rtl="0" algn="l">
              <a:lnSpc>
                <a:spcPct val="115000"/>
              </a:lnSpc>
              <a:spcBef>
                <a:spcPts val="0"/>
              </a:spcBef>
              <a:spcAft>
                <a:spcPts val="0"/>
              </a:spcAft>
              <a:buSzPts val="1300"/>
              <a:buFont typeface="Calibri"/>
              <a:buChar char="-"/>
            </a:pPr>
            <a:r>
              <a:rPr lang="en" sz="1300">
                <a:latin typeface="Calibri"/>
                <a:ea typeface="Calibri"/>
                <a:cs typeface="Calibri"/>
                <a:sym typeface="Calibri"/>
              </a:rPr>
              <a:t>Loan size alone does not drive repayment difficulty.</a:t>
            </a:r>
            <a:endParaRPr sz="1300">
              <a:latin typeface="Calibri"/>
              <a:ea typeface="Calibri"/>
              <a:cs typeface="Calibri"/>
              <a:sym typeface="Calibri"/>
            </a:endParaRPr>
          </a:p>
          <a:p>
            <a:pPr indent="-311150" lvl="0" marL="457200" rtl="0" algn="l">
              <a:lnSpc>
                <a:spcPct val="115000"/>
              </a:lnSpc>
              <a:spcBef>
                <a:spcPts val="0"/>
              </a:spcBef>
              <a:spcAft>
                <a:spcPts val="0"/>
              </a:spcAft>
              <a:buSzPts val="1300"/>
              <a:buFont typeface="Calibri"/>
              <a:buChar char="-"/>
            </a:pPr>
            <a:r>
              <a:rPr lang="en" sz="1300">
                <a:latin typeface="Calibri"/>
                <a:ea typeface="Calibri"/>
                <a:cs typeface="Calibri"/>
                <a:sym typeface="Calibri"/>
              </a:rPr>
              <a:t>Amount variables alone do not explain default risk.</a:t>
            </a:r>
            <a:endParaRPr sz="1300">
              <a:latin typeface="Calibri"/>
              <a:ea typeface="Calibri"/>
              <a:cs typeface="Calibri"/>
              <a:sym typeface="Calibri"/>
            </a:endParaRPr>
          </a:p>
          <a:p>
            <a:pPr indent="0" lvl="0" marL="0" rtl="0" algn="l">
              <a:lnSpc>
                <a:spcPct val="115000"/>
              </a:lnSpc>
              <a:spcBef>
                <a:spcPts val="0"/>
              </a:spcBef>
              <a:spcAft>
                <a:spcPts val="0"/>
              </a:spcAft>
              <a:buNone/>
            </a:pPr>
            <a:r>
              <a:rPr lang="en" sz="1300">
                <a:latin typeface="Calibri"/>
                <a:ea typeface="Calibri"/>
                <a:cs typeface="Calibri"/>
                <a:sym typeface="Calibri"/>
              </a:rPr>
              <a:t>This indicates approval decisions should rely more on borrower characteristics than loan size.</a:t>
            </a:r>
            <a:endParaRPr sz="1300">
              <a:latin typeface="Calibri"/>
              <a:ea typeface="Calibri"/>
              <a:cs typeface="Calibri"/>
              <a:sym typeface="Calibri"/>
            </a:endParaRPr>
          </a:p>
          <a:p>
            <a:pPr indent="0" lvl="0" marL="0" rtl="0" algn="l">
              <a:lnSpc>
                <a:spcPct val="115000"/>
              </a:lnSpc>
              <a:spcBef>
                <a:spcPts val="500"/>
              </a:spcBef>
              <a:spcAft>
                <a:spcPts val="0"/>
              </a:spcAft>
              <a:buNone/>
            </a:pPr>
            <a:r>
              <a:t/>
            </a:r>
            <a:endParaRPr sz="1300">
              <a:latin typeface="Calibri"/>
              <a:ea typeface="Calibri"/>
              <a:cs typeface="Calibri"/>
              <a:sym typeface="Calibri"/>
            </a:endParaRPr>
          </a:p>
          <a:p>
            <a:pPr indent="0" lvl="0" marL="457200" rtl="0" algn="l">
              <a:lnSpc>
                <a:spcPct val="115000"/>
              </a:lnSpc>
              <a:spcBef>
                <a:spcPts val="500"/>
              </a:spcBef>
              <a:spcAft>
                <a:spcPts val="0"/>
              </a:spcAft>
              <a:buNone/>
            </a:pPr>
            <a:r>
              <a:t/>
            </a:r>
            <a:endParaRPr sz="1300">
              <a:latin typeface="Calibri"/>
              <a:ea typeface="Calibri"/>
              <a:cs typeface="Calibri"/>
              <a:sym typeface="Calibri"/>
            </a:endParaRPr>
          </a:p>
        </p:txBody>
      </p:sp>
      <p:pic>
        <p:nvPicPr>
          <p:cNvPr id="540" name="Google Shape;540;p70"/>
          <p:cNvPicPr preferRelativeResize="0"/>
          <p:nvPr/>
        </p:nvPicPr>
        <p:blipFill>
          <a:blip r:embed="rId3">
            <a:alphaModFix/>
          </a:blip>
          <a:stretch>
            <a:fillRect/>
          </a:stretch>
        </p:blipFill>
        <p:spPr>
          <a:xfrm>
            <a:off x="361972" y="121325"/>
            <a:ext cx="3649199" cy="2888953"/>
          </a:xfrm>
          <a:prstGeom prst="rect">
            <a:avLst/>
          </a:prstGeom>
          <a:noFill/>
          <a:ln>
            <a:noFill/>
          </a:ln>
        </p:spPr>
      </p:pic>
      <p:pic>
        <p:nvPicPr>
          <p:cNvPr id="541" name="Google Shape;541;p70"/>
          <p:cNvPicPr preferRelativeResize="0"/>
          <p:nvPr/>
        </p:nvPicPr>
        <p:blipFill>
          <a:blip r:embed="rId4">
            <a:alphaModFix/>
          </a:blip>
          <a:stretch>
            <a:fillRect/>
          </a:stretch>
        </p:blipFill>
        <p:spPr>
          <a:xfrm>
            <a:off x="5383475" y="2314600"/>
            <a:ext cx="3459713" cy="2666850"/>
          </a:xfrm>
          <a:prstGeom prst="rect">
            <a:avLst/>
          </a:prstGeom>
          <a:noFill/>
          <a:ln>
            <a:noFill/>
          </a:ln>
        </p:spPr>
      </p:pic>
      <p:sp>
        <p:nvSpPr>
          <p:cNvPr id="542" name="Google Shape;542;p70"/>
          <p:cNvSpPr txBox="1"/>
          <p:nvPr/>
        </p:nvSpPr>
        <p:spPr>
          <a:xfrm>
            <a:off x="4978200" y="262200"/>
            <a:ext cx="3649200" cy="199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500"/>
              </a:spcBef>
              <a:spcAft>
                <a:spcPts val="0"/>
              </a:spcAft>
              <a:buNone/>
            </a:pPr>
            <a:r>
              <a:rPr b="1" lang="en" sz="1300" u="sng">
                <a:latin typeface="Calibri"/>
                <a:ea typeface="Calibri"/>
                <a:cs typeface="Calibri"/>
                <a:sym typeface="Calibri"/>
              </a:rPr>
              <a:t>Credit-to-Income Ratio</a:t>
            </a:r>
            <a:endParaRPr sz="1300" u="sng">
              <a:latin typeface="Calibri"/>
              <a:ea typeface="Calibri"/>
              <a:cs typeface="Calibri"/>
              <a:sym typeface="Calibri"/>
            </a:endParaRPr>
          </a:p>
          <a:p>
            <a:pPr indent="-311150" lvl="0" marL="457200" rtl="0" algn="l">
              <a:lnSpc>
                <a:spcPct val="115000"/>
              </a:lnSpc>
              <a:spcBef>
                <a:spcPts val="0"/>
              </a:spcBef>
              <a:spcAft>
                <a:spcPts val="0"/>
              </a:spcAft>
              <a:buSzPts val="1300"/>
              <a:buFont typeface="Calibri"/>
              <a:buChar char="-"/>
            </a:pPr>
            <a:r>
              <a:rPr lang="en" sz="1300">
                <a:latin typeface="Calibri"/>
                <a:ea typeface="Calibri"/>
                <a:cs typeface="Calibri"/>
                <a:sym typeface="Calibri"/>
              </a:rPr>
              <a:t>This graph evaluates affordability by comparing requested credit relative to income.</a:t>
            </a:r>
            <a:endParaRPr sz="1300">
              <a:latin typeface="Calibri"/>
              <a:ea typeface="Calibri"/>
              <a:cs typeface="Calibri"/>
              <a:sym typeface="Calibri"/>
            </a:endParaRPr>
          </a:p>
          <a:p>
            <a:pPr indent="-311150" lvl="0" marL="457200" rtl="0" algn="l">
              <a:lnSpc>
                <a:spcPct val="115000"/>
              </a:lnSpc>
              <a:spcBef>
                <a:spcPts val="0"/>
              </a:spcBef>
              <a:spcAft>
                <a:spcPts val="0"/>
              </a:spcAft>
              <a:buSzPts val="1300"/>
              <a:buFont typeface="Calibri"/>
              <a:buChar char="-"/>
            </a:pPr>
            <a:r>
              <a:rPr lang="en" sz="1300">
                <a:latin typeface="Calibri"/>
                <a:ea typeface="Calibri"/>
                <a:cs typeface="Calibri"/>
                <a:sym typeface="Calibri"/>
              </a:rPr>
              <a:t>Limited separation between groups suggests affordability alone is not the main driver.</a:t>
            </a:r>
            <a:endParaRPr sz="1300">
              <a:latin typeface="Calibri"/>
              <a:ea typeface="Calibri"/>
              <a:cs typeface="Calibri"/>
              <a:sym typeface="Calibri"/>
            </a:endParaRPr>
          </a:p>
          <a:p>
            <a:pPr indent="-311150" lvl="0" marL="457200" rtl="0" algn="l">
              <a:lnSpc>
                <a:spcPct val="115000"/>
              </a:lnSpc>
              <a:spcBef>
                <a:spcPts val="0"/>
              </a:spcBef>
              <a:spcAft>
                <a:spcPts val="0"/>
              </a:spcAft>
              <a:buSzPts val="1300"/>
              <a:buFont typeface="Calibri"/>
              <a:buChar char="-"/>
            </a:pPr>
            <a:r>
              <a:rPr lang="en" sz="1300">
                <a:latin typeface="Calibri"/>
                <a:ea typeface="Calibri"/>
                <a:cs typeface="Calibri"/>
                <a:sym typeface="Calibri"/>
              </a:rPr>
              <a:t>Risk assessment requires demographic and behavioral indicators.</a:t>
            </a:r>
            <a:endParaRPr sz="1200">
              <a:solidFill>
                <a:schemeClr val="lt1"/>
              </a:solidFill>
              <a:latin typeface="DM Sans"/>
              <a:ea typeface="DM Sans"/>
              <a:cs typeface="DM Sans"/>
              <a:sym typeface="DM Sans"/>
            </a:endParaRPr>
          </a:p>
        </p:txBody>
      </p:sp>
      <p:cxnSp>
        <p:nvCxnSpPr>
          <p:cNvPr id="543" name="Google Shape;543;p70"/>
          <p:cNvCxnSpPr/>
          <p:nvPr/>
        </p:nvCxnSpPr>
        <p:spPr>
          <a:xfrm rot="10800000">
            <a:off x="3606375" y="2882400"/>
            <a:ext cx="241500" cy="567900"/>
          </a:xfrm>
          <a:prstGeom prst="straightConnector1">
            <a:avLst/>
          </a:prstGeom>
          <a:noFill/>
          <a:ln cap="flat" cmpd="sng" w="9525">
            <a:solidFill>
              <a:schemeClr val="dk2"/>
            </a:solidFill>
            <a:prstDash val="solid"/>
            <a:round/>
            <a:headEnd len="med" w="med" type="none"/>
            <a:tailEnd len="med" w="med" type="triangle"/>
          </a:ln>
        </p:spPr>
      </p:cxnSp>
      <p:cxnSp>
        <p:nvCxnSpPr>
          <p:cNvPr id="544" name="Google Shape;544;p70"/>
          <p:cNvCxnSpPr/>
          <p:nvPr/>
        </p:nvCxnSpPr>
        <p:spPr>
          <a:xfrm>
            <a:off x="7553750" y="2087225"/>
            <a:ext cx="113400" cy="4119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71"/>
          <p:cNvSpPr txBox="1"/>
          <p:nvPr/>
        </p:nvSpPr>
        <p:spPr>
          <a:xfrm>
            <a:off x="304325" y="1510500"/>
            <a:ext cx="4955100" cy="3568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500"/>
              </a:spcBef>
              <a:spcAft>
                <a:spcPts val="0"/>
              </a:spcAft>
              <a:buNone/>
            </a:pPr>
            <a:r>
              <a:rPr b="1" lang="en" sz="1300" u="sng">
                <a:latin typeface="Calibri"/>
                <a:ea typeface="Calibri"/>
                <a:cs typeface="Calibri"/>
                <a:sym typeface="Calibri"/>
              </a:rPr>
              <a:t>Age Group</a:t>
            </a:r>
            <a:endParaRPr b="1" sz="1300" u="sng">
              <a:latin typeface="Calibri"/>
              <a:ea typeface="Calibri"/>
              <a:cs typeface="Calibri"/>
              <a:sym typeface="Calibri"/>
            </a:endParaRPr>
          </a:p>
          <a:p>
            <a:pPr indent="-311150" lvl="0" marL="457200" rtl="0" algn="l">
              <a:lnSpc>
                <a:spcPct val="115000"/>
              </a:lnSpc>
              <a:spcBef>
                <a:spcPts val="0"/>
              </a:spcBef>
              <a:spcAft>
                <a:spcPts val="0"/>
              </a:spcAft>
              <a:buSzPts val="1300"/>
              <a:buFont typeface="Calibri"/>
              <a:buChar char="-"/>
            </a:pPr>
            <a:r>
              <a:rPr lang="en" sz="1300">
                <a:latin typeface="Calibri"/>
                <a:ea typeface="Calibri"/>
                <a:cs typeface="Calibri"/>
                <a:sym typeface="Calibri"/>
              </a:rPr>
              <a:t>Younger applicants show significantly higher default rates.</a:t>
            </a:r>
            <a:endParaRPr sz="1300">
              <a:latin typeface="Calibri"/>
              <a:ea typeface="Calibri"/>
              <a:cs typeface="Calibri"/>
              <a:sym typeface="Calibri"/>
            </a:endParaRPr>
          </a:p>
          <a:p>
            <a:pPr indent="-311150" lvl="0" marL="457200" rtl="0" algn="l">
              <a:lnSpc>
                <a:spcPct val="115000"/>
              </a:lnSpc>
              <a:spcBef>
                <a:spcPts val="0"/>
              </a:spcBef>
              <a:spcAft>
                <a:spcPts val="0"/>
              </a:spcAft>
              <a:buSzPts val="1300"/>
              <a:buFont typeface="Calibri"/>
              <a:buChar char="-"/>
            </a:pPr>
            <a:r>
              <a:rPr lang="en" sz="1300">
                <a:latin typeface="Calibri"/>
                <a:ea typeface="Calibri"/>
                <a:cs typeface="Calibri"/>
                <a:sym typeface="Calibri"/>
              </a:rPr>
              <a:t>Default risk steadily decreases with age.</a:t>
            </a:r>
            <a:endParaRPr sz="1300">
              <a:latin typeface="Calibri"/>
              <a:ea typeface="Calibri"/>
              <a:cs typeface="Calibri"/>
              <a:sym typeface="Calibri"/>
            </a:endParaRPr>
          </a:p>
          <a:p>
            <a:pPr indent="0" lvl="0" marL="0" rtl="0" algn="l">
              <a:lnSpc>
                <a:spcPct val="115000"/>
              </a:lnSpc>
              <a:spcBef>
                <a:spcPts val="0"/>
              </a:spcBef>
              <a:spcAft>
                <a:spcPts val="0"/>
              </a:spcAft>
              <a:buNone/>
            </a:pPr>
            <a:r>
              <a:rPr lang="en" sz="1300">
                <a:latin typeface="Calibri"/>
                <a:ea typeface="Calibri"/>
                <a:cs typeface="Calibri"/>
                <a:sym typeface="Calibri"/>
              </a:rPr>
              <a:t>Age reflects financial maturity and becomes a strong segmentation variable for lending decisions.</a:t>
            </a:r>
            <a:endParaRPr sz="1300">
              <a:latin typeface="Calibri"/>
              <a:ea typeface="Calibri"/>
              <a:cs typeface="Calibri"/>
              <a:sym typeface="Calibri"/>
            </a:endParaRPr>
          </a:p>
          <a:p>
            <a:pPr indent="0" lvl="0" marL="0" rtl="0" algn="l">
              <a:lnSpc>
                <a:spcPct val="115000"/>
              </a:lnSpc>
              <a:spcBef>
                <a:spcPts val="500"/>
              </a:spcBef>
              <a:spcAft>
                <a:spcPts val="0"/>
              </a:spcAft>
              <a:buNone/>
            </a:pPr>
            <a:r>
              <a:rPr b="1" lang="en" sz="1300" u="sng">
                <a:latin typeface="Calibri"/>
                <a:ea typeface="Calibri"/>
                <a:cs typeface="Calibri"/>
                <a:sym typeface="Calibri"/>
              </a:rPr>
              <a:t>Employment</a:t>
            </a:r>
            <a:endParaRPr b="1" sz="1300">
              <a:latin typeface="Calibri"/>
              <a:ea typeface="Calibri"/>
              <a:cs typeface="Calibri"/>
              <a:sym typeface="Calibri"/>
            </a:endParaRPr>
          </a:p>
          <a:p>
            <a:pPr indent="-311150" lvl="0" marL="457200" rtl="0" algn="l">
              <a:lnSpc>
                <a:spcPct val="115000"/>
              </a:lnSpc>
              <a:spcBef>
                <a:spcPts val="0"/>
              </a:spcBef>
              <a:spcAft>
                <a:spcPts val="0"/>
              </a:spcAft>
              <a:buSzPts val="1300"/>
              <a:buFont typeface="Calibri"/>
              <a:buChar char="-"/>
            </a:pPr>
            <a:r>
              <a:rPr lang="en" sz="1300">
                <a:latin typeface="Calibri"/>
                <a:ea typeface="Calibri"/>
                <a:cs typeface="Calibri"/>
                <a:sym typeface="Calibri"/>
              </a:rPr>
              <a:t>Applicants with less than 2 years employment show ~11.2% default versus ~4.26% for 20+ years.</a:t>
            </a:r>
            <a:endParaRPr sz="1300">
              <a:latin typeface="Calibri"/>
              <a:ea typeface="Calibri"/>
              <a:cs typeface="Calibri"/>
              <a:sym typeface="Calibri"/>
            </a:endParaRPr>
          </a:p>
          <a:p>
            <a:pPr indent="-311150" lvl="0" marL="457200" rtl="0" algn="l">
              <a:lnSpc>
                <a:spcPct val="115000"/>
              </a:lnSpc>
              <a:spcBef>
                <a:spcPts val="0"/>
              </a:spcBef>
              <a:spcAft>
                <a:spcPts val="0"/>
              </a:spcAft>
              <a:buSzPts val="1300"/>
              <a:buFont typeface="Calibri"/>
              <a:buChar char="-"/>
            </a:pPr>
            <a:r>
              <a:rPr lang="en" sz="1300">
                <a:latin typeface="Calibri"/>
                <a:ea typeface="Calibri"/>
                <a:cs typeface="Calibri"/>
                <a:sym typeface="Calibri"/>
              </a:rPr>
              <a:t>Employment stability strongly predicts repayment behavior.</a:t>
            </a:r>
            <a:endParaRPr sz="1300">
              <a:latin typeface="Calibri"/>
              <a:ea typeface="Calibri"/>
              <a:cs typeface="Calibri"/>
              <a:sym typeface="Calibri"/>
            </a:endParaRPr>
          </a:p>
          <a:p>
            <a:pPr indent="0" lvl="0" marL="0" rtl="0" algn="l">
              <a:lnSpc>
                <a:spcPct val="115000"/>
              </a:lnSpc>
              <a:spcBef>
                <a:spcPts val="0"/>
              </a:spcBef>
              <a:spcAft>
                <a:spcPts val="0"/>
              </a:spcAft>
              <a:buNone/>
            </a:pPr>
            <a:r>
              <a:rPr lang="en" sz="1300">
                <a:latin typeface="Calibri"/>
                <a:ea typeface="Calibri"/>
                <a:cs typeface="Calibri"/>
                <a:sym typeface="Calibri"/>
              </a:rPr>
              <a:t>This supports reducing exposure or tightening approval for unstable employment profiles.</a:t>
            </a:r>
            <a:endParaRPr sz="1300">
              <a:latin typeface="Calibri"/>
              <a:ea typeface="Calibri"/>
              <a:cs typeface="Calibri"/>
              <a:sym typeface="Calibri"/>
            </a:endParaRPr>
          </a:p>
          <a:p>
            <a:pPr indent="0" lvl="0" marL="0" rtl="0" algn="l">
              <a:lnSpc>
                <a:spcPct val="115000"/>
              </a:lnSpc>
              <a:spcBef>
                <a:spcPts val="0"/>
              </a:spcBef>
              <a:spcAft>
                <a:spcPts val="0"/>
              </a:spcAft>
              <a:buNone/>
            </a:pPr>
            <a:r>
              <a:t/>
            </a:r>
            <a:endParaRPr sz="1300">
              <a:latin typeface="Calibri"/>
              <a:ea typeface="Calibri"/>
              <a:cs typeface="Calibri"/>
              <a:sym typeface="Calibri"/>
            </a:endParaRPr>
          </a:p>
          <a:p>
            <a:pPr indent="0" lvl="0" marL="0" rtl="0" algn="l">
              <a:lnSpc>
                <a:spcPct val="115000"/>
              </a:lnSpc>
              <a:spcBef>
                <a:spcPts val="500"/>
              </a:spcBef>
              <a:spcAft>
                <a:spcPts val="0"/>
              </a:spcAft>
              <a:buNone/>
            </a:pPr>
            <a:r>
              <a:t/>
            </a:r>
            <a:endParaRPr sz="1300">
              <a:latin typeface="Calibri"/>
              <a:ea typeface="Calibri"/>
              <a:cs typeface="Calibri"/>
              <a:sym typeface="Calibri"/>
            </a:endParaRPr>
          </a:p>
          <a:p>
            <a:pPr indent="0" lvl="0" marL="457200" rtl="0" algn="l">
              <a:lnSpc>
                <a:spcPct val="115000"/>
              </a:lnSpc>
              <a:spcBef>
                <a:spcPts val="500"/>
              </a:spcBef>
              <a:spcAft>
                <a:spcPts val="0"/>
              </a:spcAft>
              <a:buNone/>
            </a:pPr>
            <a:r>
              <a:t/>
            </a:r>
            <a:endParaRPr sz="1300">
              <a:latin typeface="Calibri"/>
              <a:ea typeface="Calibri"/>
              <a:cs typeface="Calibri"/>
              <a:sym typeface="Calibri"/>
            </a:endParaRPr>
          </a:p>
        </p:txBody>
      </p:sp>
      <p:pic>
        <p:nvPicPr>
          <p:cNvPr id="550" name="Google Shape;550;p71"/>
          <p:cNvPicPr preferRelativeResize="0"/>
          <p:nvPr/>
        </p:nvPicPr>
        <p:blipFill>
          <a:blip r:embed="rId3">
            <a:alphaModFix/>
          </a:blip>
          <a:stretch>
            <a:fillRect/>
          </a:stretch>
        </p:blipFill>
        <p:spPr>
          <a:xfrm>
            <a:off x="5411800" y="81425"/>
            <a:ext cx="3361327" cy="2427625"/>
          </a:xfrm>
          <a:prstGeom prst="rect">
            <a:avLst/>
          </a:prstGeom>
          <a:noFill/>
          <a:ln>
            <a:noFill/>
          </a:ln>
        </p:spPr>
      </p:pic>
      <p:pic>
        <p:nvPicPr>
          <p:cNvPr id="551" name="Google Shape;551;p71"/>
          <p:cNvPicPr preferRelativeResize="0"/>
          <p:nvPr/>
        </p:nvPicPr>
        <p:blipFill>
          <a:blip r:embed="rId4">
            <a:alphaModFix/>
          </a:blip>
          <a:stretch>
            <a:fillRect/>
          </a:stretch>
        </p:blipFill>
        <p:spPr>
          <a:xfrm>
            <a:off x="5411800" y="2580025"/>
            <a:ext cx="3361332" cy="2427625"/>
          </a:xfrm>
          <a:prstGeom prst="rect">
            <a:avLst/>
          </a:prstGeom>
          <a:noFill/>
          <a:ln>
            <a:noFill/>
          </a:ln>
        </p:spPr>
      </p:pic>
      <p:sp>
        <p:nvSpPr>
          <p:cNvPr id="552" name="Google Shape;552;p71"/>
          <p:cNvSpPr txBox="1"/>
          <p:nvPr>
            <p:ph type="title"/>
          </p:nvPr>
        </p:nvSpPr>
        <p:spPr>
          <a:xfrm>
            <a:off x="304325" y="432400"/>
            <a:ext cx="37560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Default Rate by…</a:t>
            </a:r>
            <a:endParaRPr i="1"/>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72"/>
          <p:cNvSpPr txBox="1"/>
          <p:nvPr/>
        </p:nvSpPr>
        <p:spPr>
          <a:xfrm>
            <a:off x="304325" y="1510500"/>
            <a:ext cx="4955100" cy="4029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500"/>
              </a:spcBef>
              <a:spcAft>
                <a:spcPts val="0"/>
              </a:spcAft>
              <a:buNone/>
            </a:pPr>
            <a:r>
              <a:rPr b="1" lang="en" sz="1300" u="sng">
                <a:latin typeface="Calibri"/>
                <a:ea typeface="Calibri"/>
                <a:cs typeface="Calibri"/>
                <a:sym typeface="Calibri"/>
              </a:rPr>
              <a:t>Education Level</a:t>
            </a:r>
            <a:endParaRPr b="1" sz="1300" u="sng">
              <a:latin typeface="Calibri"/>
              <a:ea typeface="Calibri"/>
              <a:cs typeface="Calibri"/>
              <a:sym typeface="Calibri"/>
            </a:endParaRPr>
          </a:p>
          <a:p>
            <a:pPr indent="-311150" lvl="0" marL="457200" rtl="0" algn="l">
              <a:lnSpc>
                <a:spcPct val="115000"/>
              </a:lnSpc>
              <a:spcBef>
                <a:spcPts val="0"/>
              </a:spcBef>
              <a:spcAft>
                <a:spcPts val="0"/>
              </a:spcAft>
              <a:buSzPts val="1300"/>
              <a:buFont typeface="Calibri"/>
              <a:buChar char="-"/>
            </a:pPr>
            <a:r>
              <a:rPr lang="en" sz="1300">
                <a:latin typeface="Calibri"/>
                <a:ea typeface="Calibri"/>
                <a:cs typeface="Calibri"/>
                <a:sym typeface="Calibri"/>
              </a:rPr>
              <a:t>Lower education groups have significantly higher default rates (~10.9%).</a:t>
            </a:r>
            <a:endParaRPr sz="1300">
              <a:latin typeface="Calibri"/>
              <a:ea typeface="Calibri"/>
              <a:cs typeface="Calibri"/>
              <a:sym typeface="Calibri"/>
            </a:endParaRPr>
          </a:p>
          <a:p>
            <a:pPr indent="-311150" lvl="0" marL="457200" rtl="0" algn="l">
              <a:lnSpc>
                <a:spcPct val="115000"/>
              </a:lnSpc>
              <a:spcBef>
                <a:spcPts val="0"/>
              </a:spcBef>
              <a:spcAft>
                <a:spcPts val="0"/>
              </a:spcAft>
              <a:buSzPts val="1300"/>
              <a:buFont typeface="Calibri"/>
              <a:buChar char="-"/>
            </a:pPr>
            <a:r>
              <a:rPr lang="en" sz="1300">
                <a:latin typeface="Calibri"/>
                <a:ea typeface="Calibri"/>
                <a:cs typeface="Calibri"/>
                <a:sym typeface="Calibri"/>
              </a:rPr>
              <a:t>Academic degree holders show extremely low default (~1.8%).</a:t>
            </a:r>
            <a:endParaRPr sz="1300">
              <a:latin typeface="Calibri"/>
              <a:ea typeface="Calibri"/>
              <a:cs typeface="Calibri"/>
              <a:sym typeface="Calibri"/>
            </a:endParaRPr>
          </a:p>
          <a:p>
            <a:pPr indent="0" lvl="0" marL="0" rtl="0" algn="l">
              <a:lnSpc>
                <a:spcPct val="115000"/>
              </a:lnSpc>
              <a:spcBef>
                <a:spcPts val="0"/>
              </a:spcBef>
              <a:spcAft>
                <a:spcPts val="0"/>
              </a:spcAft>
              <a:buNone/>
            </a:pPr>
            <a:r>
              <a:rPr lang="en" sz="1300">
                <a:latin typeface="Calibri"/>
                <a:ea typeface="Calibri"/>
                <a:cs typeface="Calibri"/>
                <a:sym typeface="Calibri"/>
              </a:rPr>
              <a:t>Education captures long‑term financial resilience and repayment capability.</a:t>
            </a:r>
            <a:endParaRPr sz="1300">
              <a:latin typeface="Calibri"/>
              <a:ea typeface="Calibri"/>
              <a:cs typeface="Calibri"/>
              <a:sym typeface="Calibri"/>
            </a:endParaRPr>
          </a:p>
          <a:p>
            <a:pPr indent="0" lvl="0" marL="0" rtl="0" algn="l">
              <a:lnSpc>
                <a:spcPct val="115000"/>
              </a:lnSpc>
              <a:spcBef>
                <a:spcPts val="0"/>
              </a:spcBef>
              <a:spcAft>
                <a:spcPts val="0"/>
              </a:spcAft>
              <a:buNone/>
            </a:pPr>
            <a:r>
              <a:t/>
            </a:r>
            <a:endParaRPr sz="1300">
              <a:latin typeface="Calibri"/>
              <a:ea typeface="Calibri"/>
              <a:cs typeface="Calibri"/>
              <a:sym typeface="Calibri"/>
            </a:endParaRPr>
          </a:p>
          <a:p>
            <a:pPr indent="0" lvl="0" marL="0" rtl="0" algn="l">
              <a:lnSpc>
                <a:spcPct val="115000"/>
              </a:lnSpc>
              <a:spcBef>
                <a:spcPts val="500"/>
              </a:spcBef>
              <a:spcAft>
                <a:spcPts val="0"/>
              </a:spcAft>
              <a:buNone/>
            </a:pPr>
            <a:r>
              <a:rPr b="1" lang="en" sz="1300" u="sng">
                <a:latin typeface="Calibri"/>
                <a:ea typeface="Calibri"/>
                <a:cs typeface="Calibri"/>
                <a:sym typeface="Calibri"/>
              </a:rPr>
              <a:t>Family Status</a:t>
            </a:r>
            <a:endParaRPr b="1" sz="1300">
              <a:latin typeface="Calibri"/>
              <a:ea typeface="Calibri"/>
              <a:cs typeface="Calibri"/>
              <a:sym typeface="Calibri"/>
            </a:endParaRPr>
          </a:p>
          <a:p>
            <a:pPr indent="-311150" lvl="0" marL="457200" rtl="0" algn="l">
              <a:lnSpc>
                <a:spcPct val="115000"/>
              </a:lnSpc>
              <a:spcBef>
                <a:spcPts val="0"/>
              </a:spcBef>
              <a:spcAft>
                <a:spcPts val="0"/>
              </a:spcAft>
              <a:buSzPts val="1300"/>
              <a:buFont typeface="Calibri"/>
              <a:buChar char="-"/>
            </a:pPr>
            <a:r>
              <a:rPr lang="en" sz="1300">
                <a:latin typeface="Calibri"/>
                <a:ea typeface="Calibri"/>
                <a:cs typeface="Calibri"/>
                <a:sym typeface="Calibri"/>
              </a:rPr>
              <a:t>Single and civil‑marriage applicants show higher default risk.</a:t>
            </a:r>
            <a:endParaRPr sz="1300">
              <a:latin typeface="Calibri"/>
              <a:ea typeface="Calibri"/>
              <a:cs typeface="Calibri"/>
              <a:sym typeface="Calibri"/>
            </a:endParaRPr>
          </a:p>
          <a:p>
            <a:pPr indent="-311150" lvl="0" marL="457200" rtl="0" algn="l">
              <a:lnSpc>
                <a:spcPct val="115000"/>
              </a:lnSpc>
              <a:spcBef>
                <a:spcPts val="0"/>
              </a:spcBef>
              <a:spcAft>
                <a:spcPts val="0"/>
              </a:spcAft>
              <a:buSzPts val="1300"/>
              <a:buFont typeface="Calibri"/>
              <a:buChar char="-"/>
            </a:pPr>
            <a:r>
              <a:rPr lang="en" sz="1300">
                <a:latin typeface="Calibri"/>
                <a:ea typeface="Calibri"/>
                <a:cs typeface="Calibri"/>
                <a:sym typeface="Calibri"/>
              </a:rPr>
              <a:t>Married and widowed applicants demonstrate stronger repayment behavior.</a:t>
            </a:r>
            <a:endParaRPr sz="1300">
              <a:latin typeface="Calibri"/>
              <a:ea typeface="Calibri"/>
              <a:cs typeface="Calibri"/>
              <a:sym typeface="Calibri"/>
            </a:endParaRPr>
          </a:p>
          <a:p>
            <a:pPr indent="0" lvl="0" marL="0" rtl="0" algn="l">
              <a:lnSpc>
                <a:spcPct val="115000"/>
              </a:lnSpc>
              <a:spcBef>
                <a:spcPts val="0"/>
              </a:spcBef>
              <a:spcAft>
                <a:spcPts val="0"/>
              </a:spcAft>
              <a:buNone/>
            </a:pPr>
            <a:r>
              <a:rPr lang="en" sz="1300">
                <a:latin typeface="Calibri"/>
                <a:ea typeface="Calibri"/>
                <a:cs typeface="Calibri"/>
                <a:sym typeface="Calibri"/>
              </a:rPr>
              <a:t>Household stability appears linked to financial responsibility.</a:t>
            </a:r>
            <a:endParaRPr sz="1300">
              <a:latin typeface="Calibri"/>
              <a:ea typeface="Calibri"/>
              <a:cs typeface="Calibri"/>
              <a:sym typeface="Calibri"/>
            </a:endParaRPr>
          </a:p>
          <a:p>
            <a:pPr indent="0" lvl="0" marL="0" rtl="0" algn="l">
              <a:lnSpc>
                <a:spcPct val="115000"/>
              </a:lnSpc>
              <a:spcBef>
                <a:spcPts val="0"/>
              </a:spcBef>
              <a:spcAft>
                <a:spcPts val="0"/>
              </a:spcAft>
              <a:buNone/>
            </a:pPr>
            <a:r>
              <a:t/>
            </a:r>
            <a:endParaRPr sz="1300">
              <a:latin typeface="Calibri"/>
              <a:ea typeface="Calibri"/>
              <a:cs typeface="Calibri"/>
              <a:sym typeface="Calibri"/>
            </a:endParaRPr>
          </a:p>
          <a:p>
            <a:pPr indent="0" lvl="0" marL="0" rtl="0" algn="l">
              <a:lnSpc>
                <a:spcPct val="115000"/>
              </a:lnSpc>
              <a:spcBef>
                <a:spcPts val="0"/>
              </a:spcBef>
              <a:spcAft>
                <a:spcPts val="0"/>
              </a:spcAft>
              <a:buNone/>
            </a:pPr>
            <a:r>
              <a:t/>
            </a:r>
            <a:endParaRPr sz="1300">
              <a:latin typeface="Calibri"/>
              <a:ea typeface="Calibri"/>
              <a:cs typeface="Calibri"/>
              <a:sym typeface="Calibri"/>
            </a:endParaRPr>
          </a:p>
          <a:p>
            <a:pPr indent="0" lvl="0" marL="0" rtl="0" algn="l">
              <a:lnSpc>
                <a:spcPct val="115000"/>
              </a:lnSpc>
              <a:spcBef>
                <a:spcPts val="500"/>
              </a:spcBef>
              <a:spcAft>
                <a:spcPts val="0"/>
              </a:spcAft>
              <a:buNone/>
            </a:pPr>
            <a:r>
              <a:t/>
            </a:r>
            <a:endParaRPr sz="1300">
              <a:latin typeface="Calibri"/>
              <a:ea typeface="Calibri"/>
              <a:cs typeface="Calibri"/>
              <a:sym typeface="Calibri"/>
            </a:endParaRPr>
          </a:p>
          <a:p>
            <a:pPr indent="0" lvl="0" marL="457200" rtl="0" algn="l">
              <a:lnSpc>
                <a:spcPct val="115000"/>
              </a:lnSpc>
              <a:spcBef>
                <a:spcPts val="500"/>
              </a:spcBef>
              <a:spcAft>
                <a:spcPts val="0"/>
              </a:spcAft>
              <a:buNone/>
            </a:pPr>
            <a:r>
              <a:t/>
            </a:r>
            <a:endParaRPr sz="1300">
              <a:latin typeface="Calibri"/>
              <a:ea typeface="Calibri"/>
              <a:cs typeface="Calibri"/>
              <a:sym typeface="Calibri"/>
            </a:endParaRPr>
          </a:p>
        </p:txBody>
      </p:sp>
      <p:sp>
        <p:nvSpPr>
          <p:cNvPr id="558" name="Google Shape;558;p72"/>
          <p:cNvSpPr txBox="1"/>
          <p:nvPr>
            <p:ph type="title"/>
          </p:nvPr>
        </p:nvSpPr>
        <p:spPr>
          <a:xfrm>
            <a:off x="304325" y="432400"/>
            <a:ext cx="37560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Default Rate by…</a:t>
            </a:r>
            <a:endParaRPr i="1"/>
          </a:p>
        </p:txBody>
      </p:sp>
      <p:pic>
        <p:nvPicPr>
          <p:cNvPr id="559" name="Google Shape;559;p72"/>
          <p:cNvPicPr preferRelativeResize="0"/>
          <p:nvPr/>
        </p:nvPicPr>
        <p:blipFill>
          <a:blip r:embed="rId3">
            <a:alphaModFix/>
          </a:blip>
          <a:stretch>
            <a:fillRect/>
          </a:stretch>
        </p:blipFill>
        <p:spPr>
          <a:xfrm>
            <a:off x="5517791" y="144125"/>
            <a:ext cx="3149347" cy="2427625"/>
          </a:xfrm>
          <a:prstGeom prst="rect">
            <a:avLst/>
          </a:prstGeom>
          <a:noFill/>
          <a:ln>
            <a:noFill/>
          </a:ln>
        </p:spPr>
      </p:pic>
      <p:pic>
        <p:nvPicPr>
          <p:cNvPr id="560" name="Google Shape;560;p72"/>
          <p:cNvPicPr preferRelativeResize="0"/>
          <p:nvPr/>
        </p:nvPicPr>
        <p:blipFill>
          <a:blip r:embed="rId4">
            <a:alphaModFix/>
          </a:blip>
          <a:stretch>
            <a:fillRect/>
          </a:stretch>
        </p:blipFill>
        <p:spPr>
          <a:xfrm>
            <a:off x="5465688" y="2724150"/>
            <a:ext cx="3253563" cy="22669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73"/>
          <p:cNvSpPr/>
          <p:nvPr/>
        </p:nvSpPr>
        <p:spPr>
          <a:xfrm>
            <a:off x="0" y="183450"/>
            <a:ext cx="5008800" cy="1203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566" name="Google Shape;566;p73"/>
          <p:cNvSpPr txBox="1"/>
          <p:nvPr>
            <p:ph type="title"/>
          </p:nvPr>
        </p:nvSpPr>
        <p:spPr>
          <a:xfrm>
            <a:off x="212975" y="369300"/>
            <a:ext cx="4785000" cy="831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Part 2: Previous Applications – Behavioral Risk Signals</a:t>
            </a:r>
            <a:endParaRPr i="1"/>
          </a:p>
        </p:txBody>
      </p:sp>
      <p:sp>
        <p:nvSpPr>
          <p:cNvPr id="567" name="Google Shape;567;p73"/>
          <p:cNvSpPr txBox="1"/>
          <p:nvPr/>
        </p:nvSpPr>
        <p:spPr>
          <a:xfrm>
            <a:off x="134400" y="1687900"/>
            <a:ext cx="5196000" cy="3862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500"/>
              </a:spcBef>
              <a:spcAft>
                <a:spcPts val="0"/>
              </a:spcAft>
              <a:buNone/>
            </a:pPr>
            <a:r>
              <a:rPr b="1" lang="en" sz="1300" u="sng">
                <a:latin typeface="Calibri"/>
                <a:ea typeface="Calibri"/>
                <a:cs typeface="Calibri"/>
                <a:sym typeface="Calibri"/>
              </a:rPr>
              <a:t>TOP GRAPH:</a:t>
            </a:r>
            <a:r>
              <a:rPr b="1" lang="en" sz="1300">
                <a:latin typeface="Calibri"/>
                <a:ea typeface="Calibri"/>
                <a:cs typeface="Calibri"/>
                <a:sym typeface="Calibri"/>
              </a:rPr>
              <a:t> Default Rate by Previous Refusal</a:t>
            </a:r>
            <a:endParaRPr b="1" sz="1300">
              <a:latin typeface="Calibri"/>
              <a:ea typeface="Calibri"/>
              <a:cs typeface="Calibri"/>
              <a:sym typeface="Calibri"/>
            </a:endParaRPr>
          </a:p>
          <a:p>
            <a:pPr indent="-311150" lvl="0" marL="457200" rtl="0" algn="l">
              <a:lnSpc>
                <a:spcPct val="115000"/>
              </a:lnSpc>
              <a:spcBef>
                <a:spcPts val="0"/>
              </a:spcBef>
              <a:spcAft>
                <a:spcPts val="0"/>
              </a:spcAft>
              <a:buSzPts val="1300"/>
              <a:buFont typeface="Calibri"/>
              <a:buChar char="-"/>
            </a:pPr>
            <a:r>
              <a:rPr lang="en" sz="1300">
                <a:latin typeface="Calibri"/>
                <a:ea typeface="Calibri"/>
                <a:cs typeface="Calibri"/>
                <a:sym typeface="Calibri"/>
              </a:rPr>
              <a:t>Default risk increases monotonically as prior refusal ratio rises.</a:t>
            </a:r>
            <a:endParaRPr sz="1300">
              <a:latin typeface="Calibri"/>
              <a:ea typeface="Calibri"/>
              <a:cs typeface="Calibri"/>
              <a:sym typeface="Calibri"/>
            </a:endParaRPr>
          </a:p>
          <a:p>
            <a:pPr indent="-311150" lvl="0" marL="457200" rtl="0" algn="l">
              <a:lnSpc>
                <a:spcPct val="115000"/>
              </a:lnSpc>
              <a:spcBef>
                <a:spcPts val="0"/>
              </a:spcBef>
              <a:spcAft>
                <a:spcPts val="0"/>
              </a:spcAft>
              <a:buSzPts val="1300"/>
              <a:buFont typeface="Calibri"/>
              <a:buChar char="-"/>
            </a:pPr>
            <a:r>
              <a:rPr lang="en" sz="1300">
                <a:latin typeface="Calibri"/>
                <a:ea typeface="Calibri"/>
                <a:cs typeface="Calibri"/>
                <a:sym typeface="Calibri"/>
              </a:rPr>
              <a:t>Clients with high refusal history approach ~18% default.</a:t>
            </a:r>
            <a:endParaRPr sz="1300">
              <a:latin typeface="Calibri"/>
              <a:ea typeface="Calibri"/>
              <a:cs typeface="Calibri"/>
              <a:sym typeface="Calibri"/>
            </a:endParaRPr>
          </a:p>
          <a:p>
            <a:pPr indent="0" lvl="0" marL="0" rtl="0" algn="l">
              <a:lnSpc>
                <a:spcPct val="115000"/>
              </a:lnSpc>
              <a:spcBef>
                <a:spcPts val="0"/>
              </a:spcBef>
              <a:spcAft>
                <a:spcPts val="0"/>
              </a:spcAft>
              <a:buNone/>
            </a:pPr>
            <a:r>
              <a:rPr lang="en" sz="1300">
                <a:latin typeface="Calibri"/>
                <a:ea typeface="Calibri"/>
                <a:cs typeface="Calibri"/>
                <a:sym typeface="Calibri"/>
              </a:rPr>
              <a:t>Past rejection behavior is one of the strongest predictors of future repayment difficulty.</a:t>
            </a:r>
            <a:endParaRPr sz="1300">
              <a:latin typeface="Calibri"/>
              <a:ea typeface="Calibri"/>
              <a:cs typeface="Calibri"/>
              <a:sym typeface="Calibri"/>
            </a:endParaRPr>
          </a:p>
          <a:p>
            <a:pPr indent="0" lvl="0" marL="0" rtl="0" algn="l">
              <a:lnSpc>
                <a:spcPct val="115000"/>
              </a:lnSpc>
              <a:spcBef>
                <a:spcPts val="500"/>
              </a:spcBef>
              <a:spcAft>
                <a:spcPts val="0"/>
              </a:spcAft>
              <a:buNone/>
            </a:pPr>
            <a:r>
              <a:t/>
            </a:r>
            <a:endParaRPr sz="1300">
              <a:latin typeface="Calibri"/>
              <a:ea typeface="Calibri"/>
              <a:cs typeface="Calibri"/>
              <a:sym typeface="Calibri"/>
            </a:endParaRPr>
          </a:p>
          <a:p>
            <a:pPr indent="0" lvl="0" marL="0" rtl="0" algn="l">
              <a:lnSpc>
                <a:spcPct val="115000"/>
              </a:lnSpc>
              <a:spcBef>
                <a:spcPts val="500"/>
              </a:spcBef>
              <a:spcAft>
                <a:spcPts val="0"/>
              </a:spcAft>
              <a:buNone/>
            </a:pPr>
            <a:r>
              <a:rPr b="1" lang="en" sz="1300" u="sng">
                <a:latin typeface="Calibri"/>
                <a:ea typeface="Calibri"/>
                <a:cs typeface="Calibri"/>
                <a:sym typeface="Calibri"/>
              </a:rPr>
              <a:t>BOTTOM GRAPH:</a:t>
            </a:r>
            <a:r>
              <a:rPr b="1" lang="en" sz="1300">
                <a:latin typeface="Calibri"/>
                <a:ea typeface="Calibri"/>
                <a:cs typeface="Calibri"/>
                <a:sym typeface="Calibri"/>
              </a:rPr>
              <a:t> Loan Application by Day of Week</a:t>
            </a:r>
            <a:endParaRPr b="1" sz="1300">
              <a:latin typeface="Calibri"/>
              <a:ea typeface="Calibri"/>
              <a:cs typeface="Calibri"/>
              <a:sym typeface="Calibri"/>
            </a:endParaRPr>
          </a:p>
          <a:p>
            <a:pPr indent="-311150" lvl="0" marL="457200" rtl="0" algn="l">
              <a:lnSpc>
                <a:spcPct val="115000"/>
              </a:lnSpc>
              <a:spcBef>
                <a:spcPts val="0"/>
              </a:spcBef>
              <a:spcAft>
                <a:spcPts val="0"/>
              </a:spcAft>
              <a:buSzPts val="1300"/>
              <a:buFont typeface="Calibri"/>
              <a:buChar char="-"/>
            </a:pPr>
            <a:r>
              <a:rPr lang="en" sz="1300">
                <a:latin typeface="Calibri"/>
                <a:ea typeface="Calibri"/>
                <a:cs typeface="Calibri"/>
                <a:sym typeface="Calibri"/>
              </a:rPr>
              <a:t>Application volume remains relatively stable across weekdays.</a:t>
            </a:r>
            <a:endParaRPr sz="1300">
              <a:latin typeface="Calibri"/>
              <a:ea typeface="Calibri"/>
              <a:cs typeface="Calibri"/>
              <a:sym typeface="Calibri"/>
            </a:endParaRPr>
          </a:p>
          <a:p>
            <a:pPr indent="-311150" lvl="0" marL="457200" rtl="0" algn="l">
              <a:lnSpc>
                <a:spcPct val="115000"/>
              </a:lnSpc>
              <a:spcBef>
                <a:spcPts val="0"/>
              </a:spcBef>
              <a:spcAft>
                <a:spcPts val="0"/>
              </a:spcAft>
              <a:buSzPts val="1300"/>
              <a:buFont typeface="Calibri"/>
              <a:buChar char="-"/>
            </a:pPr>
            <a:r>
              <a:rPr lang="en" sz="1300">
                <a:latin typeface="Calibri"/>
                <a:ea typeface="Calibri"/>
                <a:cs typeface="Calibri"/>
                <a:sym typeface="Calibri"/>
              </a:rPr>
              <a:t>Lower activity on weekends may reflect operational or customer behavior patterns.</a:t>
            </a:r>
            <a:endParaRPr sz="1300">
              <a:latin typeface="Calibri"/>
              <a:ea typeface="Calibri"/>
              <a:cs typeface="Calibri"/>
              <a:sym typeface="Calibri"/>
            </a:endParaRPr>
          </a:p>
          <a:p>
            <a:pPr indent="0" lvl="0" marL="0" rtl="0" algn="l">
              <a:lnSpc>
                <a:spcPct val="115000"/>
              </a:lnSpc>
              <a:spcBef>
                <a:spcPts val="0"/>
              </a:spcBef>
              <a:spcAft>
                <a:spcPts val="0"/>
              </a:spcAft>
              <a:buNone/>
            </a:pPr>
            <a:r>
              <a:rPr lang="en" sz="1300">
                <a:latin typeface="Calibri"/>
                <a:ea typeface="Calibri"/>
                <a:cs typeface="Calibri"/>
                <a:sym typeface="Calibri"/>
              </a:rPr>
              <a:t>Timing itself does not indicate risk but informs operational lending workflows.</a:t>
            </a:r>
            <a:endParaRPr sz="1300">
              <a:latin typeface="Calibri"/>
              <a:ea typeface="Calibri"/>
              <a:cs typeface="Calibri"/>
              <a:sym typeface="Calibri"/>
            </a:endParaRPr>
          </a:p>
          <a:p>
            <a:pPr indent="0" lvl="0" marL="0" rtl="0" algn="l">
              <a:lnSpc>
                <a:spcPct val="115000"/>
              </a:lnSpc>
              <a:spcBef>
                <a:spcPts val="0"/>
              </a:spcBef>
              <a:spcAft>
                <a:spcPts val="0"/>
              </a:spcAft>
              <a:buNone/>
            </a:pPr>
            <a:r>
              <a:t/>
            </a:r>
            <a:endParaRPr sz="1300">
              <a:latin typeface="Calibri"/>
              <a:ea typeface="Calibri"/>
              <a:cs typeface="Calibri"/>
              <a:sym typeface="Calibri"/>
            </a:endParaRPr>
          </a:p>
          <a:p>
            <a:pPr indent="0" lvl="0" marL="0" rtl="0" algn="l">
              <a:lnSpc>
                <a:spcPct val="115000"/>
              </a:lnSpc>
              <a:spcBef>
                <a:spcPts val="500"/>
              </a:spcBef>
              <a:spcAft>
                <a:spcPts val="0"/>
              </a:spcAft>
              <a:buNone/>
            </a:pPr>
            <a:r>
              <a:t/>
            </a:r>
            <a:endParaRPr sz="1300">
              <a:latin typeface="Calibri"/>
              <a:ea typeface="Calibri"/>
              <a:cs typeface="Calibri"/>
              <a:sym typeface="Calibri"/>
            </a:endParaRPr>
          </a:p>
          <a:p>
            <a:pPr indent="0" lvl="0" marL="457200" rtl="0" algn="l">
              <a:lnSpc>
                <a:spcPct val="115000"/>
              </a:lnSpc>
              <a:spcBef>
                <a:spcPts val="500"/>
              </a:spcBef>
              <a:spcAft>
                <a:spcPts val="0"/>
              </a:spcAft>
              <a:buNone/>
            </a:pPr>
            <a:r>
              <a:t/>
            </a:r>
            <a:endParaRPr sz="1300">
              <a:latin typeface="Calibri"/>
              <a:ea typeface="Calibri"/>
              <a:cs typeface="Calibri"/>
              <a:sym typeface="Calibri"/>
            </a:endParaRPr>
          </a:p>
        </p:txBody>
      </p:sp>
      <p:pic>
        <p:nvPicPr>
          <p:cNvPr id="568" name="Google Shape;568;p73"/>
          <p:cNvPicPr preferRelativeResize="0"/>
          <p:nvPr/>
        </p:nvPicPr>
        <p:blipFill>
          <a:blip r:embed="rId3">
            <a:alphaModFix/>
          </a:blip>
          <a:stretch>
            <a:fillRect/>
          </a:stretch>
        </p:blipFill>
        <p:spPr>
          <a:xfrm>
            <a:off x="5167275" y="81400"/>
            <a:ext cx="2953500" cy="2304000"/>
          </a:xfrm>
          <a:prstGeom prst="rect">
            <a:avLst/>
          </a:prstGeom>
          <a:noFill/>
          <a:ln>
            <a:noFill/>
          </a:ln>
        </p:spPr>
      </p:pic>
      <p:pic>
        <p:nvPicPr>
          <p:cNvPr id="569" name="Google Shape;569;p73" title="Screenshot 2026-02-24 at 1.16.49 AM.png"/>
          <p:cNvPicPr preferRelativeResize="0"/>
          <p:nvPr/>
        </p:nvPicPr>
        <p:blipFill>
          <a:blip r:embed="rId4">
            <a:alphaModFix/>
          </a:blip>
          <a:stretch>
            <a:fillRect/>
          </a:stretch>
        </p:blipFill>
        <p:spPr>
          <a:xfrm>
            <a:off x="6574025" y="2470575"/>
            <a:ext cx="2373824" cy="261057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74"/>
          <p:cNvSpPr txBox="1"/>
          <p:nvPr/>
        </p:nvSpPr>
        <p:spPr>
          <a:xfrm>
            <a:off x="187700" y="194100"/>
            <a:ext cx="3674400" cy="507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500"/>
              </a:spcBef>
              <a:spcAft>
                <a:spcPts val="0"/>
              </a:spcAft>
              <a:buNone/>
            </a:pPr>
            <a:r>
              <a:rPr b="1" lang="en" sz="1300" u="sng">
                <a:latin typeface="Calibri"/>
                <a:ea typeface="Calibri"/>
                <a:cs typeface="Calibri"/>
                <a:sym typeface="Calibri"/>
              </a:rPr>
              <a:t>Requested v. Granted Credit</a:t>
            </a:r>
            <a:endParaRPr b="1" sz="1300" u="sng">
              <a:latin typeface="Calibri"/>
              <a:ea typeface="Calibri"/>
              <a:cs typeface="Calibri"/>
              <a:sym typeface="Calibri"/>
            </a:endParaRPr>
          </a:p>
          <a:p>
            <a:pPr indent="-311150" lvl="0" marL="457200" rtl="0" algn="l">
              <a:lnSpc>
                <a:spcPct val="115000"/>
              </a:lnSpc>
              <a:spcBef>
                <a:spcPts val="0"/>
              </a:spcBef>
              <a:spcAft>
                <a:spcPts val="0"/>
              </a:spcAft>
              <a:buSzPts val="1300"/>
              <a:buFont typeface="Calibri"/>
              <a:buChar char="-"/>
            </a:pPr>
            <a:r>
              <a:rPr lang="en" sz="1300">
                <a:latin typeface="Calibri"/>
                <a:ea typeface="Calibri"/>
                <a:cs typeface="Calibri"/>
                <a:sym typeface="Calibri"/>
              </a:rPr>
              <a:t>A strong positive relationship exists between requested and granted credit.</a:t>
            </a:r>
            <a:endParaRPr sz="1300">
              <a:latin typeface="Calibri"/>
              <a:ea typeface="Calibri"/>
              <a:cs typeface="Calibri"/>
              <a:sym typeface="Calibri"/>
            </a:endParaRPr>
          </a:p>
          <a:p>
            <a:pPr indent="-311150" lvl="0" marL="457200" rtl="0" algn="l">
              <a:lnSpc>
                <a:spcPct val="115000"/>
              </a:lnSpc>
              <a:spcBef>
                <a:spcPts val="0"/>
              </a:spcBef>
              <a:spcAft>
                <a:spcPts val="0"/>
              </a:spcAft>
              <a:buSzPts val="1300"/>
              <a:buFont typeface="Calibri"/>
              <a:buChar char="-"/>
            </a:pPr>
            <a:r>
              <a:rPr lang="en" sz="1300">
                <a:latin typeface="Calibri"/>
                <a:ea typeface="Calibri"/>
                <a:cs typeface="Calibri"/>
                <a:sym typeface="Calibri"/>
              </a:rPr>
              <a:t>Lenders generally scale approvals proportionally to requests.</a:t>
            </a:r>
            <a:endParaRPr sz="1300">
              <a:latin typeface="Calibri"/>
              <a:ea typeface="Calibri"/>
              <a:cs typeface="Calibri"/>
              <a:sym typeface="Calibri"/>
            </a:endParaRPr>
          </a:p>
          <a:p>
            <a:pPr indent="-311150" lvl="0" marL="457200" rtl="0" algn="l">
              <a:lnSpc>
                <a:spcPct val="115000"/>
              </a:lnSpc>
              <a:spcBef>
                <a:spcPts val="0"/>
              </a:spcBef>
              <a:spcAft>
                <a:spcPts val="0"/>
              </a:spcAft>
              <a:buSzPts val="1300"/>
              <a:buFont typeface="Calibri"/>
              <a:buChar char="-"/>
            </a:pPr>
            <a:r>
              <a:rPr lang="en" sz="1300">
                <a:latin typeface="Calibri"/>
                <a:ea typeface="Calibri"/>
                <a:cs typeface="Calibri"/>
                <a:sym typeface="Calibri"/>
              </a:rPr>
              <a:t>Credit adjustments likely reflect internal risk assessment processes.</a:t>
            </a:r>
            <a:endParaRPr sz="1300">
              <a:latin typeface="Calibri"/>
              <a:ea typeface="Calibri"/>
              <a:cs typeface="Calibri"/>
              <a:sym typeface="Calibri"/>
            </a:endParaRPr>
          </a:p>
          <a:p>
            <a:pPr indent="0" lvl="0" marL="0" rtl="0" algn="l">
              <a:lnSpc>
                <a:spcPct val="115000"/>
              </a:lnSpc>
              <a:spcBef>
                <a:spcPts val="500"/>
              </a:spcBef>
              <a:spcAft>
                <a:spcPts val="0"/>
              </a:spcAft>
              <a:buNone/>
            </a:pPr>
            <a:r>
              <a:t/>
            </a:r>
            <a:endParaRPr b="1" sz="1300" u="sng">
              <a:latin typeface="Calibri"/>
              <a:ea typeface="Calibri"/>
              <a:cs typeface="Calibri"/>
              <a:sym typeface="Calibri"/>
            </a:endParaRPr>
          </a:p>
          <a:p>
            <a:pPr indent="0" lvl="0" marL="0" rtl="0" algn="l">
              <a:lnSpc>
                <a:spcPct val="115000"/>
              </a:lnSpc>
              <a:spcBef>
                <a:spcPts val="500"/>
              </a:spcBef>
              <a:spcAft>
                <a:spcPts val="0"/>
              </a:spcAft>
              <a:buNone/>
            </a:pPr>
            <a:r>
              <a:rPr b="1" lang="en" sz="1300" u="sng">
                <a:latin typeface="Calibri"/>
                <a:ea typeface="Calibri"/>
                <a:cs typeface="Calibri"/>
                <a:sym typeface="Calibri"/>
              </a:rPr>
              <a:t>Loan Approval Rate by Day</a:t>
            </a:r>
            <a:endParaRPr b="1" sz="1300" u="sng">
              <a:latin typeface="Calibri"/>
              <a:ea typeface="Calibri"/>
              <a:cs typeface="Calibri"/>
              <a:sym typeface="Calibri"/>
            </a:endParaRPr>
          </a:p>
          <a:p>
            <a:pPr indent="-311150" lvl="0" marL="457200" rtl="0" algn="l">
              <a:lnSpc>
                <a:spcPct val="115000"/>
              </a:lnSpc>
              <a:spcBef>
                <a:spcPts val="500"/>
              </a:spcBef>
              <a:spcAft>
                <a:spcPts val="0"/>
              </a:spcAft>
              <a:buSzPts val="1300"/>
              <a:buFont typeface="Calibri"/>
              <a:buChar char="-"/>
            </a:pPr>
            <a:r>
              <a:rPr lang="en" sz="1300">
                <a:latin typeface="Calibri"/>
                <a:ea typeface="Calibri"/>
                <a:cs typeface="Calibri"/>
                <a:sym typeface="Calibri"/>
              </a:rPr>
              <a:t>Approved loans tend to cluster at moderate credit levels.</a:t>
            </a:r>
            <a:endParaRPr sz="1300">
              <a:latin typeface="Calibri"/>
              <a:ea typeface="Calibri"/>
              <a:cs typeface="Calibri"/>
              <a:sym typeface="Calibri"/>
            </a:endParaRPr>
          </a:p>
          <a:p>
            <a:pPr indent="-311150" lvl="0" marL="457200" rtl="0" algn="l">
              <a:lnSpc>
                <a:spcPct val="115000"/>
              </a:lnSpc>
              <a:spcBef>
                <a:spcPts val="0"/>
              </a:spcBef>
              <a:spcAft>
                <a:spcPts val="0"/>
              </a:spcAft>
              <a:buSzPts val="1300"/>
              <a:buFont typeface="Calibri"/>
              <a:buChar char="-"/>
            </a:pPr>
            <a:r>
              <a:rPr lang="en" sz="1300">
                <a:latin typeface="Calibri"/>
                <a:ea typeface="Calibri"/>
                <a:cs typeface="Calibri"/>
                <a:sym typeface="Calibri"/>
              </a:rPr>
              <a:t>Refused applications include many higher requested amounts.</a:t>
            </a:r>
            <a:endParaRPr sz="1300">
              <a:latin typeface="Calibri"/>
              <a:ea typeface="Calibri"/>
              <a:cs typeface="Calibri"/>
              <a:sym typeface="Calibri"/>
            </a:endParaRPr>
          </a:p>
          <a:p>
            <a:pPr indent="-311150" lvl="0" marL="457200" rtl="0" algn="l">
              <a:lnSpc>
                <a:spcPct val="115000"/>
              </a:lnSpc>
              <a:spcBef>
                <a:spcPts val="0"/>
              </a:spcBef>
              <a:spcAft>
                <a:spcPts val="0"/>
              </a:spcAft>
              <a:buSzPts val="1300"/>
              <a:buFont typeface="Calibri"/>
              <a:buChar char="-"/>
            </a:pPr>
            <a:r>
              <a:rPr lang="en" sz="1300">
                <a:latin typeface="Calibri"/>
                <a:ea typeface="Calibri"/>
                <a:cs typeface="Calibri"/>
                <a:sym typeface="Calibri"/>
              </a:rPr>
              <a:t>This indicates loan size interacts with perceived borrower risk.</a:t>
            </a:r>
            <a:endParaRPr sz="1300">
              <a:latin typeface="Calibri"/>
              <a:ea typeface="Calibri"/>
              <a:cs typeface="Calibri"/>
              <a:sym typeface="Calibri"/>
            </a:endParaRPr>
          </a:p>
          <a:p>
            <a:pPr indent="0" lvl="0" marL="0" rtl="0" algn="l">
              <a:lnSpc>
                <a:spcPct val="115000"/>
              </a:lnSpc>
              <a:spcBef>
                <a:spcPts val="0"/>
              </a:spcBef>
              <a:spcAft>
                <a:spcPts val="0"/>
              </a:spcAft>
              <a:buNone/>
            </a:pPr>
            <a:r>
              <a:t/>
            </a:r>
            <a:endParaRPr sz="1300">
              <a:latin typeface="Calibri"/>
              <a:ea typeface="Calibri"/>
              <a:cs typeface="Calibri"/>
              <a:sym typeface="Calibri"/>
            </a:endParaRPr>
          </a:p>
          <a:p>
            <a:pPr indent="0" lvl="0" marL="0" rtl="0" algn="l">
              <a:lnSpc>
                <a:spcPct val="115000"/>
              </a:lnSpc>
              <a:spcBef>
                <a:spcPts val="0"/>
              </a:spcBef>
              <a:spcAft>
                <a:spcPts val="0"/>
              </a:spcAft>
              <a:buNone/>
            </a:pPr>
            <a:r>
              <a:t/>
            </a:r>
            <a:endParaRPr sz="1300">
              <a:latin typeface="Calibri"/>
              <a:ea typeface="Calibri"/>
              <a:cs typeface="Calibri"/>
              <a:sym typeface="Calibri"/>
            </a:endParaRPr>
          </a:p>
          <a:p>
            <a:pPr indent="0" lvl="0" marL="0" rtl="0" algn="l">
              <a:lnSpc>
                <a:spcPct val="115000"/>
              </a:lnSpc>
              <a:spcBef>
                <a:spcPts val="0"/>
              </a:spcBef>
              <a:spcAft>
                <a:spcPts val="0"/>
              </a:spcAft>
              <a:buNone/>
            </a:pPr>
            <a:r>
              <a:t/>
            </a:r>
            <a:endParaRPr sz="1300">
              <a:latin typeface="Calibri"/>
              <a:ea typeface="Calibri"/>
              <a:cs typeface="Calibri"/>
              <a:sym typeface="Calibri"/>
            </a:endParaRPr>
          </a:p>
          <a:p>
            <a:pPr indent="0" lvl="0" marL="0" rtl="0" algn="l">
              <a:lnSpc>
                <a:spcPct val="115000"/>
              </a:lnSpc>
              <a:spcBef>
                <a:spcPts val="500"/>
              </a:spcBef>
              <a:spcAft>
                <a:spcPts val="0"/>
              </a:spcAft>
              <a:buNone/>
            </a:pPr>
            <a:r>
              <a:t/>
            </a:r>
            <a:endParaRPr sz="1300">
              <a:latin typeface="Calibri"/>
              <a:ea typeface="Calibri"/>
              <a:cs typeface="Calibri"/>
              <a:sym typeface="Calibri"/>
            </a:endParaRPr>
          </a:p>
          <a:p>
            <a:pPr indent="0" lvl="0" marL="457200" rtl="0" algn="l">
              <a:lnSpc>
                <a:spcPct val="115000"/>
              </a:lnSpc>
              <a:spcBef>
                <a:spcPts val="500"/>
              </a:spcBef>
              <a:spcAft>
                <a:spcPts val="0"/>
              </a:spcAft>
              <a:buNone/>
            </a:pPr>
            <a:r>
              <a:t/>
            </a:r>
            <a:endParaRPr sz="1300">
              <a:latin typeface="Calibri"/>
              <a:ea typeface="Calibri"/>
              <a:cs typeface="Calibri"/>
              <a:sym typeface="Calibri"/>
            </a:endParaRPr>
          </a:p>
        </p:txBody>
      </p:sp>
      <p:pic>
        <p:nvPicPr>
          <p:cNvPr id="575" name="Google Shape;575;p74" title="Screenshot 2026-02-24 at 1.17.31 AM.png"/>
          <p:cNvPicPr preferRelativeResize="0"/>
          <p:nvPr/>
        </p:nvPicPr>
        <p:blipFill rotWithShape="1">
          <a:blip r:embed="rId3">
            <a:alphaModFix/>
          </a:blip>
          <a:srcRect b="0" l="0" r="8983" t="0"/>
          <a:stretch/>
        </p:blipFill>
        <p:spPr>
          <a:xfrm>
            <a:off x="3915874" y="2059925"/>
            <a:ext cx="2533376" cy="3009024"/>
          </a:xfrm>
          <a:prstGeom prst="rect">
            <a:avLst/>
          </a:prstGeom>
          <a:noFill/>
          <a:ln>
            <a:noFill/>
          </a:ln>
        </p:spPr>
      </p:pic>
      <p:pic>
        <p:nvPicPr>
          <p:cNvPr id="576" name="Google Shape;576;p74" title="Screenshot 2026-02-24 at 1.17.15 AM.png"/>
          <p:cNvPicPr preferRelativeResize="0"/>
          <p:nvPr/>
        </p:nvPicPr>
        <p:blipFill>
          <a:blip r:embed="rId4">
            <a:alphaModFix/>
          </a:blip>
          <a:stretch>
            <a:fillRect/>
          </a:stretch>
        </p:blipFill>
        <p:spPr>
          <a:xfrm>
            <a:off x="6503000" y="132250"/>
            <a:ext cx="2533374" cy="324668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75"/>
          <p:cNvSpPr txBox="1"/>
          <p:nvPr>
            <p:ph type="title"/>
          </p:nvPr>
        </p:nvSpPr>
        <p:spPr>
          <a:xfrm>
            <a:off x="451472" y="2024100"/>
            <a:ext cx="4163100" cy="1372500"/>
          </a:xfrm>
          <a:prstGeom prst="rect">
            <a:avLst/>
          </a:prstGeom>
        </p:spPr>
        <p:txBody>
          <a:bodyPr anchorCtr="0" anchor="b" bIns="0" lIns="0" spcFirstLastPara="1" rIns="0" wrap="square" tIns="0">
            <a:noAutofit/>
          </a:bodyPr>
          <a:lstStyle/>
          <a:p>
            <a:pPr indent="0" lvl="0" marL="0" rtl="0" algn="l">
              <a:lnSpc>
                <a:spcPct val="100000"/>
              </a:lnSpc>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lum">
  <a:themeElements>
    <a:clrScheme name="Plum">
      <a:dk1>
        <a:srgbClr val="611BB8"/>
      </a:dk1>
      <a:lt1>
        <a:srgbClr val="FFFFFF"/>
      </a:lt1>
      <a:dk2>
        <a:srgbClr val="000000"/>
      </a:dk2>
      <a:lt2>
        <a:srgbClr val="7F7F7F"/>
      </a:lt2>
      <a:accent1>
        <a:srgbClr val="333333"/>
      </a:accent1>
      <a:accent2>
        <a:srgbClr val="5E2B97"/>
      </a:accent2>
      <a:accent3>
        <a:srgbClr val="7E57C2"/>
      </a:accent3>
      <a:accent4>
        <a:srgbClr val="C77025"/>
      </a:accent4>
      <a:accent5>
        <a:srgbClr val="009688"/>
      </a:accent5>
      <a:accent6>
        <a:srgbClr val="FFD600"/>
      </a:accent6>
      <a:hlink>
        <a:srgbClr val="009688"/>
      </a:hlink>
      <a:folHlink>
        <a:srgbClr val="00968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